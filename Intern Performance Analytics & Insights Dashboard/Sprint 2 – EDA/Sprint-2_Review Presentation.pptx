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95" r:id="rId3"/>
    <p:sldId id="352" r:id="rId4"/>
    <p:sldId id="359" r:id="rId5"/>
    <p:sldId id="367" r:id="rId6"/>
    <p:sldId id="296" r:id="rId7"/>
    <p:sldId id="362" r:id="rId8"/>
    <p:sldId id="363" r:id="rId9"/>
    <p:sldId id="364" r:id="rId10"/>
    <p:sldId id="366" r:id="rId11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85" userDrawn="1">
          <p15:clr>
            <a:srgbClr val="A4A3A4"/>
          </p15:clr>
        </p15:guide>
        <p15:guide id="3" pos="312" userDrawn="1">
          <p15:clr>
            <a:srgbClr val="A4A3A4"/>
          </p15:clr>
        </p15:guide>
        <p15:guide id="4" pos="7368" userDrawn="1">
          <p15:clr>
            <a:srgbClr val="A4A3A4"/>
          </p15:clr>
        </p15:guide>
        <p15:guide id="5" orient="horz" pos="1049" userDrawn="1">
          <p15:clr>
            <a:srgbClr val="A4A3A4"/>
          </p15:clr>
        </p15:guide>
        <p15:guide id="6" orient="horz" pos="39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99"/>
    <a:srgbClr val="FF3399"/>
    <a:srgbClr val="152839"/>
    <a:srgbClr val="24FD85"/>
    <a:srgbClr val="02E86A"/>
    <a:srgbClr val="01893F"/>
    <a:srgbClr val="4CDDE4"/>
    <a:srgbClr val="2E5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6D0C33-A624-49E7-A5F4-5C7ED022414D}" v="102" dt="2026-04-01T04:15:44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>
        <p:guide orient="horz" pos="2115"/>
        <p:guide pos="3885"/>
        <p:guide pos="312"/>
        <p:guide pos="7368"/>
        <p:guide orient="horz" pos="1049"/>
        <p:guide orient="horz" pos="39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a Anjum" userId="48951ca7d2c91800" providerId="LiveId" clId="{B69595B9-5815-4BC6-A572-5FA8E5C5D1CC}"/>
    <pc:docChg chg="undo custSel addSld delSld modSld sldOrd">
      <pc:chgData name="Shama Anjum" userId="48951ca7d2c91800" providerId="LiveId" clId="{B69595B9-5815-4BC6-A572-5FA8E5C5D1CC}" dt="2026-04-01T04:16:27.942" v="884" actId="20577"/>
      <pc:docMkLst>
        <pc:docMk/>
      </pc:docMkLst>
      <pc:sldChg chg="addSp modSp mod">
        <pc:chgData name="Shama Anjum" userId="48951ca7d2c91800" providerId="LiveId" clId="{B69595B9-5815-4BC6-A572-5FA8E5C5D1CC}" dt="2026-04-01T04:16:27.942" v="884" actId="20577"/>
        <pc:sldMkLst>
          <pc:docMk/>
          <pc:sldMk cId="3442669046" sldId="256"/>
        </pc:sldMkLst>
        <pc:spChg chg="mod">
          <ac:chgData name="Shama Anjum" userId="48951ca7d2c91800" providerId="LiveId" clId="{B69595B9-5815-4BC6-A572-5FA8E5C5D1CC}" dt="2026-04-01T04:16:27.942" v="884" actId="20577"/>
          <ac:spMkLst>
            <pc:docMk/>
            <pc:sldMk cId="3442669046" sldId="256"/>
            <ac:spMk id="5" creationId="{A606315C-5976-7891-A206-540420186566}"/>
          </ac:spMkLst>
        </pc:spChg>
        <pc:inkChg chg="add">
          <ac:chgData name="Shama Anjum" userId="48951ca7d2c91800" providerId="LiveId" clId="{B69595B9-5815-4BC6-A572-5FA8E5C5D1CC}" dt="2026-03-30T10:09:39.314" v="826"/>
          <ac:inkMkLst>
            <pc:docMk/>
            <pc:sldMk cId="3442669046" sldId="256"/>
            <ac:inkMk id="4" creationId="{AF706589-B8C8-E516-680A-D67A9521067C}"/>
          </ac:inkMkLst>
        </pc:inkChg>
      </pc:sldChg>
      <pc:sldChg chg="addSp delSp modSp mod">
        <pc:chgData name="Shama Anjum" userId="48951ca7d2c91800" providerId="LiveId" clId="{B69595B9-5815-4BC6-A572-5FA8E5C5D1CC}" dt="2026-03-31T02:47:45.377" v="827" actId="1076"/>
        <pc:sldMkLst>
          <pc:docMk/>
          <pc:sldMk cId="3233556102" sldId="296"/>
        </pc:sldMkLst>
        <pc:graphicFrameChg chg="mod modGraphic">
          <ac:chgData name="Shama Anjum" userId="48951ca7d2c91800" providerId="LiveId" clId="{B69595B9-5815-4BC6-A572-5FA8E5C5D1CC}" dt="2026-03-30T10:06:58.510" v="824" actId="1076"/>
          <ac:graphicFrameMkLst>
            <pc:docMk/>
            <pc:sldMk cId="3233556102" sldId="296"/>
            <ac:graphicFrameMk id="29" creationId="{9F4F8989-02FF-6C40-C447-B7DD65D5C7F1}"/>
          </ac:graphicFrameMkLst>
        </pc:graphicFrameChg>
        <pc:picChg chg="add mod modCrop">
          <ac:chgData name="Shama Anjum" userId="48951ca7d2c91800" providerId="LiveId" clId="{B69595B9-5815-4BC6-A572-5FA8E5C5D1CC}" dt="2026-03-31T02:47:45.377" v="827" actId="1076"/>
          <ac:picMkLst>
            <pc:docMk/>
            <pc:sldMk cId="3233556102" sldId="296"/>
            <ac:picMk id="10" creationId="{D12B3885-F1AE-89A1-8B53-AB5F6F392B15}"/>
          </ac:picMkLst>
        </pc:picChg>
      </pc:sldChg>
      <pc:sldChg chg="addSp delSp modSp del mod">
        <pc:chgData name="Shama Anjum" userId="48951ca7d2c91800" providerId="LiveId" clId="{B69595B9-5815-4BC6-A572-5FA8E5C5D1CC}" dt="2026-03-31T04:01:51.718" v="828" actId="47"/>
        <pc:sldMkLst>
          <pc:docMk/>
          <pc:sldMk cId="3447786213" sldId="357"/>
        </pc:sldMkLst>
      </pc:sldChg>
      <pc:sldChg chg="addSp delSp modSp add mod">
        <pc:chgData name="Shama Anjum" userId="48951ca7d2c91800" providerId="LiveId" clId="{B69595B9-5815-4BC6-A572-5FA8E5C5D1CC}" dt="2026-03-29T15:04:23.974" v="125" actId="1076"/>
        <pc:sldMkLst>
          <pc:docMk/>
          <pc:sldMk cId="2267329868" sldId="359"/>
        </pc:sldMkLst>
        <pc:spChg chg="add mod">
          <ac:chgData name="Shama Anjum" userId="48951ca7d2c91800" providerId="LiveId" clId="{B69595B9-5815-4BC6-A572-5FA8E5C5D1CC}" dt="2026-03-29T15:04:19.958" v="124" actId="207"/>
          <ac:spMkLst>
            <pc:docMk/>
            <pc:sldMk cId="2267329868" sldId="359"/>
            <ac:spMk id="4" creationId="{63BC90F3-168E-695A-890A-4B0E885AB2C5}"/>
          </ac:spMkLst>
        </pc:spChg>
        <pc:spChg chg="add del mod">
          <ac:chgData name="Shama Anjum" userId="48951ca7d2c91800" providerId="LiveId" clId="{B69595B9-5815-4BC6-A572-5FA8E5C5D1CC}" dt="2026-03-29T15:04:08.149" v="122" actId="1076"/>
          <ac:spMkLst>
            <pc:docMk/>
            <pc:sldMk cId="2267329868" sldId="359"/>
            <ac:spMk id="5" creationId="{B99F2B27-19E9-A8EA-D920-8CE531C830C1}"/>
          </ac:spMkLst>
        </pc:spChg>
        <pc:picChg chg="add mod">
          <ac:chgData name="Shama Anjum" userId="48951ca7d2c91800" providerId="LiveId" clId="{B69595B9-5815-4BC6-A572-5FA8E5C5D1CC}" dt="2026-03-29T15:04:23.974" v="125" actId="1076"/>
          <ac:picMkLst>
            <pc:docMk/>
            <pc:sldMk cId="2267329868" sldId="359"/>
            <ac:picMk id="9" creationId="{910BDB3E-390D-4021-906F-FA37FA171B06}"/>
          </ac:picMkLst>
        </pc:picChg>
      </pc:sldChg>
      <pc:sldChg chg="addSp delSp modSp add mod ord">
        <pc:chgData name="Shama Anjum" userId="48951ca7d2c91800" providerId="LiveId" clId="{B69595B9-5815-4BC6-A572-5FA8E5C5D1CC}" dt="2026-03-31T04:13:29.822" v="842" actId="20577"/>
        <pc:sldMkLst>
          <pc:docMk/>
          <pc:sldMk cId="2535142204" sldId="362"/>
        </pc:sldMkLst>
        <pc:spChg chg="mod">
          <ac:chgData name="Shama Anjum" userId="48951ca7d2c91800" providerId="LiveId" clId="{B69595B9-5815-4BC6-A572-5FA8E5C5D1CC}" dt="2026-03-29T15:40:48.836" v="326" actId="1076"/>
          <ac:spMkLst>
            <pc:docMk/>
            <pc:sldMk cId="2535142204" sldId="362"/>
            <ac:spMk id="2" creationId="{7F1F22AE-84B4-0178-8AF1-79B59B073E62}"/>
          </ac:spMkLst>
        </pc:spChg>
        <pc:spChg chg="mod">
          <ac:chgData name="Shama Anjum" userId="48951ca7d2c91800" providerId="LiveId" clId="{B69595B9-5815-4BC6-A572-5FA8E5C5D1CC}" dt="2026-03-29T15:46:26.869" v="352" actId="1076"/>
          <ac:spMkLst>
            <pc:docMk/>
            <pc:sldMk cId="2535142204" sldId="362"/>
            <ac:spMk id="3" creationId="{D93E00C5-0FD7-13B4-AAAB-6DA31D6D4B04}"/>
          </ac:spMkLst>
        </pc:spChg>
        <pc:spChg chg="add mod">
          <ac:chgData name="Shama Anjum" userId="48951ca7d2c91800" providerId="LiveId" clId="{B69595B9-5815-4BC6-A572-5FA8E5C5D1CC}" dt="2026-03-29T15:55:14.726" v="453" actId="1076"/>
          <ac:spMkLst>
            <pc:docMk/>
            <pc:sldMk cId="2535142204" sldId="362"/>
            <ac:spMk id="4" creationId="{AD1EB192-4C53-1094-CDB5-3E55AACAA438}"/>
          </ac:spMkLst>
        </pc:spChg>
        <pc:spChg chg="add mod ord">
          <ac:chgData name="Shama Anjum" userId="48951ca7d2c91800" providerId="LiveId" clId="{B69595B9-5815-4BC6-A572-5FA8E5C5D1CC}" dt="2026-03-29T15:40:10.050" v="321" actId="171"/>
          <ac:spMkLst>
            <pc:docMk/>
            <pc:sldMk cId="2535142204" sldId="362"/>
            <ac:spMk id="6" creationId="{0CACBB96-D4E0-4038-6669-65E7EC858222}"/>
          </ac:spMkLst>
        </pc:spChg>
        <pc:spChg chg="add mod ord">
          <ac:chgData name="Shama Anjum" userId="48951ca7d2c91800" providerId="LiveId" clId="{B69595B9-5815-4BC6-A572-5FA8E5C5D1CC}" dt="2026-03-29T15:48:39.875" v="379" actId="14100"/>
          <ac:spMkLst>
            <pc:docMk/>
            <pc:sldMk cId="2535142204" sldId="362"/>
            <ac:spMk id="9" creationId="{9B49A841-D537-0910-44EF-6CD06923E49A}"/>
          </ac:spMkLst>
        </pc:spChg>
        <pc:spChg chg="add mod">
          <ac:chgData name="Shama Anjum" userId="48951ca7d2c91800" providerId="LiveId" clId="{B69595B9-5815-4BC6-A572-5FA8E5C5D1CC}" dt="2026-03-29T15:48:22.583" v="377" actId="1076"/>
          <ac:spMkLst>
            <pc:docMk/>
            <pc:sldMk cId="2535142204" sldId="362"/>
            <ac:spMk id="10" creationId="{61F3BC32-6F39-1421-75BD-00D83242ED53}"/>
          </ac:spMkLst>
        </pc:spChg>
        <pc:spChg chg="add mod">
          <ac:chgData name="Shama Anjum" userId="48951ca7d2c91800" providerId="LiveId" clId="{B69595B9-5815-4BC6-A572-5FA8E5C5D1CC}" dt="2026-03-29T15:48:45.635" v="381" actId="14100"/>
          <ac:spMkLst>
            <pc:docMk/>
            <pc:sldMk cId="2535142204" sldId="362"/>
            <ac:spMk id="12" creationId="{7DEAE5D9-5499-F611-4581-E13606B8D3FA}"/>
          </ac:spMkLst>
        </pc:spChg>
        <pc:spChg chg="add mod">
          <ac:chgData name="Shama Anjum" userId="48951ca7d2c91800" providerId="LiveId" clId="{B69595B9-5815-4BC6-A572-5FA8E5C5D1CC}" dt="2026-03-29T15:48:18.230" v="376" actId="14100"/>
          <ac:spMkLst>
            <pc:docMk/>
            <pc:sldMk cId="2535142204" sldId="362"/>
            <ac:spMk id="14" creationId="{CF968C93-261D-E523-9F90-24B3194EC49C}"/>
          </ac:spMkLst>
        </pc:spChg>
        <pc:spChg chg="add mod">
          <ac:chgData name="Shama Anjum" userId="48951ca7d2c91800" providerId="LiveId" clId="{B69595B9-5815-4BC6-A572-5FA8E5C5D1CC}" dt="2026-03-29T15:55:10.455" v="452" actId="1076"/>
          <ac:spMkLst>
            <pc:docMk/>
            <pc:sldMk cId="2535142204" sldId="362"/>
            <ac:spMk id="21" creationId="{B5A35FFC-252D-3AE1-B059-98EFF4A6B47E}"/>
          </ac:spMkLst>
        </pc:spChg>
        <pc:spChg chg="add mod">
          <ac:chgData name="Shama Anjum" userId="48951ca7d2c91800" providerId="LiveId" clId="{B69595B9-5815-4BC6-A572-5FA8E5C5D1CC}" dt="2026-03-31T04:13:29.822" v="842" actId="20577"/>
          <ac:spMkLst>
            <pc:docMk/>
            <pc:sldMk cId="2535142204" sldId="362"/>
            <ac:spMk id="22" creationId="{B534FF53-900E-8C76-9937-605AE949FD99}"/>
          </ac:spMkLst>
        </pc:spChg>
        <pc:spChg chg="add mod">
          <ac:chgData name="Shama Anjum" userId="48951ca7d2c91800" providerId="LiveId" clId="{B69595B9-5815-4BC6-A572-5FA8E5C5D1CC}" dt="2026-03-31T04:13:18.521" v="840" actId="20577"/>
          <ac:spMkLst>
            <pc:docMk/>
            <pc:sldMk cId="2535142204" sldId="362"/>
            <ac:spMk id="23" creationId="{B08B601C-BBA2-D297-8A90-867E1FC12ED9}"/>
          </ac:spMkLst>
        </pc:spChg>
        <pc:spChg chg="add mod">
          <ac:chgData name="Shama Anjum" userId="48951ca7d2c91800" providerId="LiveId" clId="{B69595B9-5815-4BC6-A572-5FA8E5C5D1CC}" dt="2026-03-29T15:53:47.549" v="434" actId="1076"/>
          <ac:spMkLst>
            <pc:docMk/>
            <pc:sldMk cId="2535142204" sldId="362"/>
            <ac:spMk id="24" creationId="{CE3E5EF5-7A64-1FAB-DB9F-842442519E1D}"/>
          </ac:spMkLst>
        </pc:spChg>
        <pc:spChg chg="add mod">
          <ac:chgData name="Shama Anjum" userId="48951ca7d2c91800" providerId="LiveId" clId="{B69595B9-5815-4BC6-A572-5FA8E5C5D1CC}" dt="2026-03-29T15:54:53.429" v="449" actId="12"/>
          <ac:spMkLst>
            <pc:docMk/>
            <pc:sldMk cId="2535142204" sldId="362"/>
            <ac:spMk id="27" creationId="{08CA419A-D579-2A14-5FE6-0C09A927CB2E}"/>
          </ac:spMkLst>
        </pc:spChg>
      </pc:sldChg>
      <pc:sldChg chg="delSp modSp add mod">
        <pc:chgData name="Shama Anjum" userId="48951ca7d2c91800" providerId="LiveId" clId="{B69595B9-5815-4BC6-A572-5FA8E5C5D1CC}" dt="2026-03-29T16:03:00.472" v="546" actId="14100"/>
        <pc:sldMkLst>
          <pc:docMk/>
          <pc:sldMk cId="1376846878" sldId="363"/>
        </pc:sldMkLst>
        <pc:spChg chg="mod">
          <ac:chgData name="Shama Anjum" userId="48951ca7d2c91800" providerId="LiveId" clId="{B69595B9-5815-4BC6-A572-5FA8E5C5D1CC}" dt="2026-03-29T15:56:25.225" v="492" actId="1076"/>
          <ac:spMkLst>
            <pc:docMk/>
            <pc:sldMk cId="1376846878" sldId="363"/>
            <ac:spMk id="2" creationId="{8723EE05-A735-A494-77A4-8BA3B0E8A121}"/>
          </ac:spMkLst>
        </pc:spChg>
        <pc:spChg chg="mod">
          <ac:chgData name="Shama Anjum" userId="48951ca7d2c91800" providerId="LiveId" clId="{B69595B9-5815-4BC6-A572-5FA8E5C5D1CC}" dt="2026-03-29T15:57:27.537" v="496" actId="207"/>
          <ac:spMkLst>
            <pc:docMk/>
            <pc:sldMk cId="1376846878" sldId="363"/>
            <ac:spMk id="4" creationId="{CDD859B8-51FE-AA3C-FFDE-2142E2ABD7BA}"/>
          </ac:spMkLst>
        </pc:spChg>
        <pc:spChg chg="mod">
          <ac:chgData name="Shama Anjum" userId="48951ca7d2c91800" providerId="LiveId" clId="{B69595B9-5815-4BC6-A572-5FA8E5C5D1CC}" dt="2026-03-29T16:02:15.872" v="540" actId="14861"/>
          <ac:spMkLst>
            <pc:docMk/>
            <pc:sldMk cId="1376846878" sldId="363"/>
            <ac:spMk id="9" creationId="{98BE33D5-E166-D415-099F-9D81C738B54D}"/>
          </ac:spMkLst>
        </pc:spChg>
        <pc:spChg chg="mod">
          <ac:chgData name="Shama Anjum" userId="48951ca7d2c91800" providerId="LiveId" clId="{B69595B9-5815-4BC6-A572-5FA8E5C5D1CC}" dt="2026-03-29T16:02:26.526" v="541" actId="14861"/>
          <ac:spMkLst>
            <pc:docMk/>
            <pc:sldMk cId="1376846878" sldId="363"/>
            <ac:spMk id="10" creationId="{45087CAB-0441-B48F-EA90-56888ED32A09}"/>
          </ac:spMkLst>
        </pc:spChg>
        <pc:spChg chg="mod">
          <ac:chgData name="Shama Anjum" userId="48951ca7d2c91800" providerId="LiveId" clId="{B69595B9-5815-4BC6-A572-5FA8E5C5D1CC}" dt="2026-03-29T16:02:54.324" v="545" actId="14100"/>
          <ac:spMkLst>
            <pc:docMk/>
            <pc:sldMk cId="1376846878" sldId="363"/>
            <ac:spMk id="12" creationId="{DB6361CE-5254-B8EE-66E8-F76FC240E10B}"/>
          </ac:spMkLst>
        </pc:spChg>
        <pc:spChg chg="mod">
          <ac:chgData name="Shama Anjum" userId="48951ca7d2c91800" providerId="LiveId" clId="{B69595B9-5815-4BC6-A572-5FA8E5C5D1CC}" dt="2026-03-29T16:03:00.472" v="546" actId="14100"/>
          <ac:spMkLst>
            <pc:docMk/>
            <pc:sldMk cId="1376846878" sldId="363"/>
            <ac:spMk id="14" creationId="{8F82A724-45D7-8ED5-7AF6-63F7C6336B19}"/>
          </ac:spMkLst>
        </pc:spChg>
        <pc:spChg chg="mod">
          <ac:chgData name="Shama Anjum" userId="48951ca7d2c91800" providerId="LiveId" clId="{B69595B9-5815-4BC6-A572-5FA8E5C5D1CC}" dt="2026-03-29T15:58:30.377" v="506" actId="12"/>
          <ac:spMkLst>
            <pc:docMk/>
            <pc:sldMk cId="1376846878" sldId="363"/>
            <ac:spMk id="21" creationId="{AD70DF35-C32B-E327-D010-4550C205CBE6}"/>
          </ac:spMkLst>
        </pc:spChg>
        <pc:spChg chg="mod">
          <ac:chgData name="Shama Anjum" userId="48951ca7d2c91800" providerId="LiveId" clId="{B69595B9-5815-4BC6-A572-5FA8E5C5D1CC}" dt="2026-03-29T15:59:35.205" v="516" actId="12"/>
          <ac:spMkLst>
            <pc:docMk/>
            <pc:sldMk cId="1376846878" sldId="363"/>
            <ac:spMk id="22" creationId="{702FB191-95D4-6A83-A979-A1B4A255245A}"/>
          </ac:spMkLst>
        </pc:spChg>
        <pc:spChg chg="mod">
          <ac:chgData name="Shama Anjum" userId="48951ca7d2c91800" providerId="LiveId" clId="{B69595B9-5815-4BC6-A572-5FA8E5C5D1CC}" dt="2026-03-29T16:00:30.510" v="525" actId="12"/>
          <ac:spMkLst>
            <pc:docMk/>
            <pc:sldMk cId="1376846878" sldId="363"/>
            <ac:spMk id="23" creationId="{E331458D-7817-3179-AE4C-FE0739D7F758}"/>
          </ac:spMkLst>
        </pc:spChg>
        <pc:spChg chg="mod">
          <ac:chgData name="Shama Anjum" userId="48951ca7d2c91800" providerId="LiveId" clId="{B69595B9-5815-4BC6-A572-5FA8E5C5D1CC}" dt="2026-03-29T16:02:46.995" v="544" actId="14861"/>
          <ac:spMkLst>
            <pc:docMk/>
            <pc:sldMk cId="1376846878" sldId="363"/>
            <ac:spMk id="24" creationId="{95A17D5B-2982-FEAB-C372-23775867AFEB}"/>
          </ac:spMkLst>
        </pc:spChg>
        <pc:spChg chg="mod">
          <ac:chgData name="Shama Anjum" userId="48951ca7d2c91800" providerId="LiveId" clId="{B69595B9-5815-4BC6-A572-5FA8E5C5D1CC}" dt="2026-03-29T16:01:59.595" v="539" actId="1076"/>
          <ac:spMkLst>
            <pc:docMk/>
            <pc:sldMk cId="1376846878" sldId="363"/>
            <ac:spMk id="27" creationId="{958FE9A7-7CDD-9811-CA81-2C13AAE03039}"/>
          </ac:spMkLst>
        </pc:spChg>
      </pc:sldChg>
      <pc:sldChg chg="modSp add mod ord">
        <pc:chgData name="Shama Anjum" userId="48951ca7d2c91800" providerId="LiveId" clId="{B69595B9-5815-4BC6-A572-5FA8E5C5D1CC}" dt="2026-03-30T08:58:17.064" v="646" actId="20577"/>
        <pc:sldMkLst>
          <pc:docMk/>
          <pc:sldMk cId="10357663" sldId="364"/>
        </pc:sldMkLst>
        <pc:spChg chg="mod">
          <ac:chgData name="Shama Anjum" userId="48951ca7d2c91800" providerId="LiveId" clId="{B69595B9-5815-4BC6-A572-5FA8E5C5D1CC}" dt="2026-03-30T08:58:17.064" v="646" actId="20577"/>
          <ac:spMkLst>
            <pc:docMk/>
            <pc:sldMk cId="10357663" sldId="364"/>
            <ac:spMk id="2" creationId="{88E79742-1389-3DEA-4956-81C5E9EA3B0F}"/>
          </ac:spMkLst>
        </pc:spChg>
      </pc:sldChg>
      <pc:sldChg chg="addSp delSp modSp add del mod">
        <pc:chgData name="Shama Anjum" userId="48951ca7d2c91800" providerId="LiveId" clId="{B69595B9-5815-4BC6-A572-5FA8E5C5D1CC}" dt="2026-03-31T05:54:48.062" v="843" actId="47"/>
        <pc:sldMkLst>
          <pc:docMk/>
          <pc:sldMk cId="1631162176" sldId="365"/>
        </pc:sldMkLst>
        <pc:spChg chg="del mod">
          <ac:chgData name="Shama Anjum" userId="48951ca7d2c91800" providerId="LiveId" clId="{B69595B9-5815-4BC6-A572-5FA8E5C5D1CC}" dt="2026-03-31T04:02:17.613" v="832" actId="478"/>
          <ac:spMkLst>
            <pc:docMk/>
            <pc:sldMk cId="1631162176" sldId="365"/>
            <ac:spMk id="2" creationId="{076026FE-6ADD-F306-1474-89315714AAAA}"/>
          </ac:spMkLst>
        </pc:spChg>
        <pc:spChg chg="add mod">
          <ac:chgData name="Shama Anjum" userId="48951ca7d2c91800" providerId="LiveId" clId="{B69595B9-5815-4BC6-A572-5FA8E5C5D1CC}" dt="2026-03-31T04:02:17.613" v="832" actId="478"/>
          <ac:spMkLst>
            <pc:docMk/>
            <pc:sldMk cId="1631162176" sldId="365"/>
            <ac:spMk id="4" creationId="{DAD7F7DF-7F88-F0A6-2116-6AACEE3A6338}"/>
          </ac:spMkLst>
        </pc:spChg>
        <pc:picChg chg="add mod">
          <ac:chgData name="Shama Anjum" userId="48951ca7d2c91800" providerId="LiveId" clId="{B69595B9-5815-4BC6-A572-5FA8E5C5D1CC}" dt="2026-03-31T04:02:41.326" v="834" actId="14100"/>
          <ac:picMkLst>
            <pc:docMk/>
            <pc:sldMk cId="1631162176" sldId="365"/>
            <ac:picMk id="6" creationId="{3F82547F-63D8-77BF-0A56-DD27AF0CAA05}"/>
          </ac:picMkLst>
        </pc:picChg>
      </pc:sldChg>
      <pc:sldChg chg="add">
        <pc:chgData name="Shama Anjum" userId="48951ca7d2c91800" providerId="LiveId" clId="{B69595B9-5815-4BC6-A572-5FA8E5C5D1CC}" dt="2026-03-31T04:02:03.819" v="829"/>
        <pc:sldMkLst>
          <pc:docMk/>
          <pc:sldMk cId="4019654258" sldId="366"/>
        </pc:sldMkLst>
      </pc:sldChg>
      <pc:sldChg chg="add">
        <pc:chgData name="Shama Anjum" userId="48951ca7d2c91800" providerId="LiveId" clId="{B69595B9-5815-4BC6-A572-5FA8E5C5D1CC}" dt="2026-04-01T04:15:44.013" v="844"/>
        <pc:sldMkLst>
          <pc:docMk/>
          <pc:sldMk cId="3586560016" sldId="36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458D2B-9DC7-468F-A69B-4252EA774D87}" type="doc">
      <dgm:prSet loTypeId="urn:microsoft.com/office/officeart/2005/8/layout/lProcess3" loCatId="process" qsTypeId="urn:microsoft.com/office/officeart/2005/8/quickstyle/3d2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CC0094EA-9035-46BC-BDAC-51A7C431BBA6}">
      <dgm:prSet/>
      <dgm:spPr/>
      <dgm:t>
        <a:bodyPr/>
        <a:lstStyle/>
        <a:p>
          <a:r>
            <a:rPr lang="en-IN" b="1"/>
            <a:t>EDA Process</a:t>
          </a:r>
          <a:endParaRPr lang="en-IN"/>
        </a:p>
      </dgm:t>
    </dgm:pt>
    <dgm:pt modelId="{3DD1E7C5-AB36-4501-99E4-76B774D410AA}" type="parTrans" cxnId="{95AFD55B-828E-4886-B573-22DBD789AE65}">
      <dgm:prSet/>
      <dgm:spPr/>
      <dgm:t>
        <a:bodyPr/>
        <a:lstStyle/>
        <a:p>
          <a:endParaRPr lang="en-IN"/>
        </a:p>
      </dgm:t>
    </dgm:pt>
    <dgm:pt modelId="{A7B38B10-E25B-4085-8092-2AF818DE0541}" type="sibTrans" cxnId="{95AFD55B-828E-4886-B573-22DBD789AE65}">
      <dgm:prSet/>
      <dgm:spPr/>
      <dgm:t>
        <a:bodyPr/>
        <a:lstStyle/>
        <a:p>
          <a:endParaRPr lang="en-IN"/>
        </a:p>
      </dgm:t>
    </dgm:pt>
    <dgm:pt modelId="{2E13793D-4F9F-418A-964B-41E8A790753D}" type="pres">
      <dgm:prSet presAssocID="{6E458D2B-9DC7-468F-A69B-4252EA774D8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AEC00001-F1FE-42A6-8537-AFF83D1896EC}" type="pres">
      <dgm:prSet presAssocID="{CC0094EA-9035-46BC-BDAC-51A7C431BBA6}" presName="horFlow" presStyleCnt="0"/>
      <dgm:spPr/>
    </dgm:pt>
    <dgm:pt modelId="{B1DD8566-9D6C-42AB-BD2D-475B7D650FE2}" type="pres">
      <dgm:prSet presAssocID="{CC0094EA-9035-46BC-BDAC-51A7C431BBA6}" presName="bigChev" presStyleLbl="node1" presStyleIdx="0" presStyleCnt="1" custScaleX="197302" custLinFactX="64383" custLinFactNeighborX="100000" custLinFactNeighborY="16928"/>
      <dgm:spPr/>
    </dgm:pt>
  </dgm:ptLst>
  <dgm:cxnLst>
    <dgm:cxn modelId="{95AFD55B-828E-4886-B573-22DBD789AE65}" srcId="{6E458D2B-9DC7-468F-A69B-4252EA774D87}" destId="{CC0094EA-9035-46BC-BDAC-51A7C431BBA6}" srcOrd="0" destOrd="0" parTransId="{3DD1E7C5-AB36-4501-99E4-76B774D410AA}" sibTransId="{A7B38B10-E25B-4085-8092-2AF818DE0541}"/>
    <dgm:cxn modelId="{B339F94B-D1E1-4A3C-B7DD-124A8824C52D}" type="presOf" srcId="{6E458D2B-9DC7-468F-A69B-4252EA774D87}" destId="{2E13793D-4F9F-418A-964B-41E8A790753D}" srcOrd="0" destOrd="0" presId="urn:microsoft.com/office/officeart/2005/8/layout/lProcess3"/>
    <dgm:cxn modelId="{AC38B6D9-6947-47CF-A3DD-155C2E35C270}" type="presOf" srcId="{CC0094EA-9035-46BC-BDAC-51A7C431BBA6}" destId="{B1DD8566-9D6C-42AB-BD2D-475B7D650FE2}" srcOrd="0" destOrd="0" presId="urn:microsoft.com/office/officeart/2005/8/layout/lProcess3"/>
    <dgm:cxn modelId="{ECFEA95C-2209-468D-9342-667B51D42E22}" type="presParOf" srcId="{2E13793D-4F9F-418A-964B-41E8A790753D}" destId="{AEC00001-F1FE-42A6-8537-AFF83D1896EC}" srcOrd="0" destOrd="0" presId="urn:microsoft.com/office/officeart/2005/8/layout/lProcess3"/>
    <dgm:cxn modelId="{7A94B19B-D5C8-446F-AFB9-278309C02E3C}" type="presParOf" srcId="{AEC00001-F1FE-42A6-8537-AFF83D1896EC}" destId="{B1DD8566-9D6C-42AB-BD2D-475B7D650FE2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D8566-9D6C-42AB-BD2D-475B7D650FE2}">
      <dsp:nvSpPr>
        <dsp:cNvPr id="0" name=""/>
        <dsp:cNvSpPr/>
      </dsp:nvSpPr>
      <dsp:spPr>
        <a:xfrm>
          <a:off x="7" y="1000"/>
          <a:ext cx="2879498" cy="583774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450" tIns="22225" rIns="0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kern="1200"/>
            <a:t>EDA Process</a:t>
          </a:r>
          <a:endParaRPr lang="en-IN" sz="3500" kern="1200"/>
        </a:p>
      </dsp:txBody>
      <dsp:txXfrm>
        <a:off x="291894" y="1000"/>
        <a:ext cx="2295724" cy="5837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3-30T10:08:08.3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18715 14429 0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7904FE-B741-4FFA-98D0-1A606AEE09B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5D041-9B10-49AC-80AD-4717987A2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37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kmuza?utm_source=unsplash&amp;utm_medium=referral&amp;utm_content=creditCopyText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marketing?utm_source=unsplash&amp;utm_medium=referral&amp;utm_content=creditCopyText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kmuza?utm_source=unsplash&amp;utm_medium=referral&amp;utm_content=creditCopyText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marketing?utm_source=unsplash&amp;utm_medium=referral&amp;utm_content=creditCopyText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kmuza?utm_source=unsplash&amp;utm_medium=referral&amp;utm_content=creditCopyText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marketing?utm_source=unsplash&amp;utm_medium=referral&amp;utm_content=creditCopyText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kmuza?utm_source=unsplash&amp;utm_medium=referral&amp;utm_content=creditCopyText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marketing?utm_source=unsplash&amp;utm_medium=referral&amp;utm_content=creditCopyText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kmuza?utm_source=unsplash&amp;utm_medium=referral&amp;utm_content=creditCopyText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marketing?utm_source=unsplash&amp;utm_medium=referral&amp;utm_content=creditCopyText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kmuza?utm_source=unsplash&amp;utm_medium=referral&amp;utm_content=creditCopyText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marketing?utm_source=unsplash&amp;utm_medium=referral&amp;utm_content=creditCopyText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kmuza?utm_source=unsplash&amp;utm_medium=referral&amp;utm_content=creditCopyText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marketing?utm_source=unsplash&amp;utm_medium=referral&amp;utm_content=creditCopyText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kmuza?utm_source=unsplash&amp;utm_medium=referral&amp;utm_content=creditCopyText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marketing?utm_source=unsplash&amp;utm_medium=referral&amp;utm_content=creditCopyText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kmuza?utm_source=unsplash&amp;utm_medium=referral&amp;utm_content=creditCopyText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/photos/marketing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Photo by </a:t>
            </a:r>
            <a:r>
              <a:rPr lang="en-US">
                <a:hlinkClick r:id="rId3"/>
              </a:rPr>
              <a:t>Carlos </a:t>
            </a:r>
            <a:r>
              <a:rPr lang="en-US" err="1">
                <a:hlinkClick r:id="rId3"/>
              </a:rPr>
              <a:t>Muza</a:t>
            </a:r>
            <a:r>
              <a:rPr lang="en-US"/>
              <a:t> on </a:t>
            </a:r>
            <a:r>
              <a:rPr lang="en-US" err="1">
                <a:hlinkClick r:id="rId4"/>
              </a:rPr>
              <a:t>Unsplash</a:t>
            </a:r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D041-9B10-49AC-80AD-4717987A2E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18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4A7A-09F7-E8AA-228D-1CFDB757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099EA-C5A9-926E-F9B2-D869B4F4C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B4A66-690E-3B89-B369-87F846851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Photo by </a:t>
            </a:r>
            <a:r>
              <a:rPr lang="en-US">
                <a:hlinkClick r:id="rId3"/>
              </a:rPr>
              <a:t>Carlos </a:t>
            </a:r>
            <a:r>
              <a:rPr lang="en-US" err="1">
                <a:hlinkClick r:id="rId3"/>
              </a:rPr>
              <a:t>Muza</a:t>
            </a:r>
            <a:r>
              <a:rPr lang="en-US"/>
              <a:t> on </a:t>
            </a:r>
            <a:r>
              <a:rPr lang="en-US" err="1">
                <a:hlinkClick r:id="rId4"/>
              </a:rPr>
              <a:t>Unsplash</a:t>
            </a: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7096A-469F-3D89-8C60-975956F65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D041-9B10-49AC-80AD-4717987A2E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44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02F1-B796-12D7-CCFB-3334E8EF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3D392-4451-CD71-B47B-2522D3E77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9E422-7E1C-BBC0-1E3C-D155D846C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Photo by </a:t>
            </a:r>
            <a:r>
              <a:rPr lang="en-US">
                <a:hlinkClick r:id="rId3"/>
              </a:rPr>
              <a:t>Carlos </a:t>
            </a:r>
            <a:r>
              <a:rPr lang="en-US" err="1">
                <a:hlinkClick r:id="rId3"/>
              </a:rPr>
              <a:t>Muza</a:t>
            </a:r>
            <a:r>
              <a:rPr lang="en-US"/>
              <a:t> on </a:t>
            </a:r>
            <a:r>
              <a:rPr lang="en-US" err="1">
                <a:hlinkClick r:id="rId4"/>
              </a:rPr>
              <a:t>Unsplash</a:t>
            </a: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5FE6E-C2BE-DF97-DADF-47240F7A3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D041-9B10-49AC-80AD-4717987A2E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56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DEE26-6520-D952-A9DC-C1DCCDCB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E253E-3B86-618B-2CC9-E5E22E1C5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4259E-B750-CAF4-76CA-A43855025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Photo by </a:t>
            </a:r>
            <a:r>
              <a:rPr lang="en-US">
                <a:hlinkClick r:id="rId3"/>
              </a:rPr>
              <a:t>Carlos </a:t>
            </a:r>
            <a:r>
              <a:rPr lang="en-US" err="1">
                <a:hlinkClick r:id="rId3"/>
              </a:rPr>
              <a:t>Muza</a:t>
            </a:r>
            <a:r>
              <a:rPr lang="en-US"/>
              <a:t> on </a:t>
            </a:r>
            <a:r>
              <a:rPr lang="en-US" err="1">
                <a:hlinkClick r:id="rId4"/>
              </a:rPr>
              <a:t>Unsplash</a:t>
            </a: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55510-B33D-74D6-1346-D797CC9A1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D041-9B10-49AC-80AD-4717987A2E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18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26045-D83B-8D66-BEE2-CD2E4CBD2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9C918-0ACE-F777-9169-EC636EF9E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8FA2A-CEEC-D87A-0DA7-99E3D80BC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Photo by </a:t>
            </a:r>
            <a:r>
              <a:rPr lang="en-US">
                <a:hlinkClick r:id="rId3"/>
              </a:rPr>
              <a:t>Carlos </a:t>
            </a:r>
            <a:r>
              <a:rPr lang="en-US" err="1">
                <a:hlinkClick r:id="rId3"/>
              </a:rPr>
              <a:t>Muza</a:t>
            </a:r>
            <a:r>
              <a:rPr lang="en-US"/>
              <a:t> on </a:t>
            </a:r>
            <a:r>
              <a:rPr lang="en-US" err="1">
                <a:hlinkClick r:id="rId4"/>
              </a:rPr>
              <a:t>Unsplash</a:t>
            </a: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50E0A-4C80-3D5D-F81E-7039A36A8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D041-9B10-49AC-80AD-4717987A2E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22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882F2-3033-CBDD-F469-5B5E2589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33BD5-D8CF-28DD-7CE1-C532ABE00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FF90A-E2FF-7B85-DBAC-D19045782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by </a:t>
            </a:r>
            <a:r>
              <a:rPr lang="en-US" dirty="0">
                <a:hlinkClick r:id="rId3"/>
              </a:rPr>
              <a:t>Carlos Muza</a:t>
            </a:r>
            <a:r>
              <a:rPr lang="en-US" dirty="0"/>
              <a:t> on </a:t>
            </a:r>
            <a:r>
              <a:rPr lang="en-US" dirty="0" err="1">
                <a:hlinkClick r:id="rId4"/>
              </a:rPr>
              <a:t>Unsplash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E1720-90C8-8886-C99F-534F91183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D041-9B10-49AC-80AD-4717987A2E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52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3A26A-0FD5-F391-A86F-C49B1F17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7980B-1AED-CA8F-738E-AF5EE9D6D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11C38-F5A3-AF6C-F8ED-B8B736F64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Photo by </a:t>
            </a:r>
            <a:r>
              <a:rPr lang="en-US">
                <a:hlinkClick r:id="rId3"/>
              </a:rPr>
              <a:t>Carlos </a:t>
            </a:r>
            <a:r>
              <a:rPr lang="en-US" err="1">
                <a:hlinkClick r:id="rId3"/>
              </a:rPr>
              <a:t>Muza</a:t>
            </a:r>
            <a:r>
              <a:rPr lang="en-US"/>
              <a:t> on </a:t>
            </a:r>
            <a:r>
              <a:rPr lang="en-US" err="1">
                <a:hlinkClick r:id="rId4"/>
              </a:rPr>
              <a:t>Unsplash</a:t>
            </a: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4F839-37DE-B155-98C5-9A2759D90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D041-9B10-49AC-80AD-4717987A2E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88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EBBC-DABE-8364-8912-63EE936A0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B9A4D-A5B7-5959-9EA5-945E87705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CF3E8-C231-5CE5-3B12-63E4F87F5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Photo by </a:t>
            </a:r>
            <a:r>
              <a:rPr lang="en-US">
                <a:hlinkClick r:id="rId3"/>
              </a:rPr>
              <a:t>Carlos </a:t>
            </a:r>
            <a:r>
              <a:rPr lang="en-US" err="1">
                <a:hlinkClick r:id="rId3"/>
              </a:rPr>
              <a:t>Muza</a:t>
            </a:r>
            <a:r>
              <a:rPr lang="en-US"/>
              <a:t> on </a:t>
            </a:r>
            <a:r>
              <a:rPr lang="en-US" err="1">
                <a:hlinkClick r:id="rId4"/>
              </a:rPr>
              <a:t>Unsplash</a:t>
            </a: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06C6C-A721-B386-C007-991D4BD6F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D041-9B10-49AC-80AD-4717987A2E0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60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F8D6B-8D60-4E51-E49A-1612DF0C9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A7649-78E4-4587-E74A-CEF53DC2E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DC5F4-E61D-67E7-7A91-CAA83A33D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Photo by </a:t>
            </a:r>
            <a:r>
              <a:rPr lang="en-US">
                <a:hlinkClick r:id="rId3"/>
              </a:rPr>
              <a:t>Carlos </a:t>
            </a:r>
            <a:r>
              <a:rPr lang="en-US" err="1">
                <a:hlinkClick r:id="rId3"/>
              </a:rPr>
              <a:t>Muza</a:t>
            </a:r>
            <a:r>
              <a:rPr lang="en-US"/>
              <a:t> on </a:t>
            </a:r>
            <a:r>
              <a:rPr lang="en-US" err="1">
                <a:hlinkClick r:id="rId4"/>
              </a:rPr>
              <a:t>Unsplash</a:t>
            </a: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A4D02-71CC-C8DB-8F7D-E506D1EEE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5D041-9B10-49AC-80AD-4717987A2E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21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4879E-75FA-429F-9C8C-767707A53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376DAC-0533-4F93-B5CD-F10DCD46B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BC63D-4593-4CE4-9CFE-7DC7F94F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BD07E84-1B44-4BBD-9D4B-CDB51358615E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E36F5-8A4F-4C67-AEE7-37ED76EE8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94CB1-AF2E-41A7-A58D-33E72A247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C61C-53F0-45B2-B3F4-718F01215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5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BA6F6-ECA2-4BBF-86B4-044EFE509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40576-7725-4AF4-A1EE-489E5705C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33B48-F87D-4338-98D6-4288B704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030E5-5CFF-46FB-86AD-7200D18B4365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85E27-D109-402F-ADF4-63C2F7DD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FAD42-5439-47F1-9768-32D24F15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C61C-53F0-45B2-B3F4-718F01215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0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C082-907B-410C-A0AE-A6AD4097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CED95-6200-451F-8C65-FDB001E7E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2E2CD-8147-4EC2-85F1-0681AD479C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B1BDC9-2322-4604-9946-E54BD7FC4C5B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F45C0-E812-474D-B54A-1EC619DD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1E589-260F-416F-A8D2-1D0A22117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C61C-53F0-45B2-B3F4-718F01215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1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3124-CEDA-4597-B708-7C47D657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59658-4408-4113-8FE2-9A510BCD7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E5948-D010-4434-9CA4-EA9760F17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F7CF3-DBF4-4D43-AD89-DDD4C7A4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198E595-EE76-4E0C-A4FA-981F4DA07FBC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6E931-EE5D-4C33-AF22-56A7261B4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B3B37-D9EF-4707-9ED1-1FAF3B10E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C61C-53F0-45B2-B3F4-718F01215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3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BF3B-F3C9-4A39-98B1-C244686EE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7AF8A-57EF-44E9-94F4-5238D1357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71E6B-E0DA-410A-9A2D-1BDFE6B2C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AAD99D-D29C-4003-8DB1-318DC0C6E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1ADCE-CF41-44D1-81DD-68A6AAA5D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A5A7C5-70A8-425C-A3E9-29929F4C47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800960-8635-4EE8-A8A3-B6EA2947F98E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093559-DF30-4827-89DD-FEC9BAA19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F389B6-6CA4-42D4-B8C1-EEEEDF03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C61C-53F0-45B2-B3F4-718F01215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25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EC27-3540-43B1-9A8B-3CF270BC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47290-7BD0-4998-8005-D33E751011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E8DC90-2C49-4604-8502-C3EB6369194C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D4B8B-44D9-4ED7-8FC1-7196D25AC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1A0CC-CB51-43CC-B445-D81C6EC7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C61C-53F0-45B2-B3F4-718F01215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7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70A7AD-EE7C-4A9B-83D7-51A5E3A0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021DDAF-45C2-4F78-AF48-521215DD90F8}" type="datetime1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DF86A-352C-4FA7-AE1B-321C82E5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6D720-4C7A-42BE-833E-DA215376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C61C-53F0-45B2-B3F4-718F01215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7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BCA1F-EBAF-4A49-A996-AD3D07A70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7D3A8-2C39-4135-84EE-E648ED673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65145-571C-462B-A7AC-1011E4D3E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05794-0F5D-455B-A582-377CB3E1FD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66A666-E22E-4134-AE1B-B06E9BD1BEFA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84136-7AAF-458B-A468-76721069A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11222-3661-4C7B-896F-6B5E8DE36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C61C-53F0-45B2-B3F4-718F01215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625F2-9BE6-4C87-9A39-5FFA670DF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64F62-1383-499E-BAF5-B7CCB86269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A79AE-D956-4A4A-99B4-900FDDD33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3E49E-0676-475B-8C1B-60B84974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AAC171-9FF6-4DBC-9683-C74090C7EC8F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72B2B-3EA7-4652-9ED0-D0454146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78141-656B-4B6B-9EC0-F1A7D05F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C61C-53F0-45B2-B3F4-718F01215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9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01433-D854-4043-A70B-EBBCCEF08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B828A8-0973-4631-9B5F-CE27F2FD9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B28D1-16F4-4C9E-AEFE-B1AF7627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79B512-E329-4607-81F7-156C692B6FC0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C3911-868F-4822-A22F-BAD6D2D10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95C85-1301-4199-92EA-F3A140BC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C61C-53F0-45B2-B3F4-718F01215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35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1E6709-AA07-47FF-9A6B-9C2E8A344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99174-1806-4ACE-AEF9-3B59A3EDD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28D67-9D69-4A64-A8AA-9188BC59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BFB509-800F-45CD-8E1D-FAB2BD043925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83C8E-28E4-46CE-9901-DB960D845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B9758-CE23-4D8A-8C9C-6C42632E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C61C-53F0-45B2-B3F4-718F01215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597451-8D2C-426E-96E5-EB35A64E6301}"/>
              </a:ext>
            </a:extLst>
          </p:cNvPr>
          <p:cNvSpPr/>
          <p:nvPr userDrawn="1"/>
        </p:nvSpPr>
        <p:spPr>
          <a:xfrm>
            <a:off x="11264899" y="6356350"/>
            <a:ext cx="411843" cy="501650"/>
          </a:xfrm>
          <a:prstGeom prst="rect">
            <a:avLst/>
          </a:prstGeom>
          <a:solidFill>
            <a:srgbClr val="018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20" rtlCol="0" anchor="ctr"/>
          <a:lstStyle/>
          <a:p>
            <a:pPr algn="ctr"/>
            <a:endParaRPr lang="en-ID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27AE4B1-63BB-4EE7-BEB5-1850446AA1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503118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83" imgH="384" progId="TCLayout.ActiveDocument.1">
                  <p:embed/>
                </p:oleObj>
              </mc:Choice>
              <mc:Fallback>
                <p:oleObj name="think-cell Slide" r:id="rId14" imgW="383" imgH="38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27AE4B1-63BB-4EE7-BEB5-1850446AA1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1264B9-0FAA-4C7C-9A50-3C3DD5D0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57" y="365125"/>
            <a:ext cx="11161486" cy="9411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2A6C1-4D16-4364-8AB6-FF9C3FA4F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257" y="1596571"/>
            <a:ext cx="11161486" cy="4580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BD47B-11BF-46FF-A49F-9F51A97A3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64899" y="6356350"/>
            <a:ext cx="411843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A2DCC61C-53F0-45B2-B3F4-718F012157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61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openxmlformats.org/officeDocument/2006/relationships/customXml" Target="../ink/ink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notesSlide" Target="../notesSlides/notesSlide6.xml"/><Relationship Id="rId7" Type="http://schemas.openxmlformats.org/officeDocument/2006/relationships/diagramLayout" Target="../diagrams/layout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diagramData" Target="../diagrams/data1.xml"/><Relationship Id="rId11" Type="http://schemas.openxmlformats.org/officeDocument/2006/relationships/image" Target="../media/image9.png"/><Relationship Id="rId5" Type="http://schemas.openxmlformats.org/officeDocument/2006/relationships/image" Target="../media/image1.emf"/><Relationship Id="rId10" Type="http://schemas.microsoft.com/office/2007/relationships/diagramDrawing" Target="../diagrams/drawing1.xml"/><Relationship Id="rId4" Type="http://schemas.openxmlformats.org/officeDocument/2006/relationships/oleObject" Target="../embeddings/oleObject2.bin"/><Relationship Id="rId9" Type="http://schemas.openxmlformats.org/officeDocument/2006/relationships/diagramColors" Target="../diagrams/colors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text, indoor, computer, computer&#10;&#10;Description automatically generated">
            <a:extLst>
              <a:ext uri="{FF2B5EF4-FFF2-40B4-BE49-F238E27FC236}">
                <a16:creationId xmlns:a16="http://schemas.microsoft.com/office/drawing/2014/main" id="{45356753-1F86-4C74-91C3-45D8B0C75A4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93" t="9042" r="12137" b="39659"/>
          <a:stretch/>
        </p:blipFill>
        <p:spPr>
          <a:xfrm>
            <a:off x="0" y="1122363"/>
            <a:ext cx="12192000" cy="5735637"/>
          </a:xfrm>
          <a:prstGeom prst="rect">
            <a:avLst/>
          </a:prstGeom>
        </p:spPr>
      </p:pic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74430D11-1E3E-4352-AE88-3796EF573325}"/>
              </a:ext>
            </a:extLst>
          </p:cNvPr>
          <p:cNvSpPr/>
          <p:nvPr/>
        </p:nvSpPr>
        <p:spPr>
          <a:xfrm>
            <a:off x="0" y="1122363"/>
            <a:ext cx="12192000" cy="5735637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rgbClr val="152839"/>
              </a:gs>
              <a:gs pos="70000">
                <a:srgbClr val="152839">
                  <a:alpha val="7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71134B2A-9B51-4658-95A5-24C93F8D75B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65588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71134B2A-9B51-4658-95A5-24C93F8D75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FDF0DEB7-10A0-4CF1-BA60-57D6307FD2B7}"/>
              </a:ext>
            </a:extLst>
          </p:cNvPr>
          <p:cNvSpPr/>
          <p:nvPr/>
        </p:nvSpPr>
        <p:spPr>
          <a:xfrm>
            <a:off x="0" y="-661308"/>
            <a:ext cx="400050" cy="400050"/>
          </a:xfrm>
          <a:prstGeom prst="ellipse">
            <a:avLst/>
          </a:prstGeom>
          <a:solidFill>
            <a:srgbClr val="02E8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90694E-35A2-4E5E-AFC7-18928A94FE5B}"/>
              </a:ext>
            </a:extLst>
          </p:cNvPr>
          <p:cNvSpPr/>
          <p:nvPr/>
        </p:nvSpPr>
        <p:spPr>
          <a:xfrm>
            <a:off x="624115" y="-661308"/>
            <a:ext cx="400050" cy="400050"/>
          </a:xfrm>
          <a:prstGeom prst="ellipse">
            <a:avLst/>
          </a:prstGeom>
          <a:solidFill>
            <a:srgbClr val="2E5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EF8C3237-8A16-4865-BDFF-7D0EA3466584}"/>
              </a:ext>
            </a:extLst>
          </p:cNvPr>
          <p:cNvSpPr/>
          <p:nvPr/>
        </p:nvSpPr>
        <p:spPr>
          <a:xfrm>
            <a:off x="7060293" y="-1"/>
            <a:ext cx="4616449" cy="5778501"/>
          </a:xfrm>
          <a:prstGeom prst="round2SameRect">
            <a:avLst>
              <a:gd name="adj1" fmla="val 17465"/>
              <a:gd name="adj2" fmla="val 0"/>
            </a:avLst>
          </a:prstGeom>
          <a:gradFill flip="none" rotWithShape="1">
            <a:gsLst>
              <a:gs pos="0">
                <a:srgbClr val="01893F"/>
              </a:gs>
              <a:gs pos="100000">
                <a:srgbClr val="2E587E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341E7F-2C7A-488B-9DAA-477EAF569504}"/>
              </a:ext>
            </a:extLst>
          </p:cNvPr>
          <p:cNvCxnSpPr>
            <a:cxnSpLocks/>
          </p:cNvCxnSpPr>
          <p:nvPr/>
        </p:nvCxnSpPr>
        <p:spPr>
          <a:xfrm>
            <a:off x="495300" y="5353050"/>
            <a:ext cx="65649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8B4AFFA-181C-4438-8D5E-9F063A50F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6522" y="1993900"/>
            <a:ext cx="3727450" cy="3106893"/>
          </a:xfrm>
        </p:spPr>
        <p:txBody>
          <a:bodyPr vert="horz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400">
                <a:solidFill>
                  <a:schemeClr val="bg1"/>
                </a:solidFill>
              </a:rPr>
              <a:t>Internship Insights Analytics Dashboard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1D97E1-A848-43B2-80E2-B92D1F9BD4F5}"/>
              </a:ext>
            </a:extLst>
          </p:cNvPr>
          <p:cNvGrpSpPr/>
          <p:nvPr/>
        </p:nvGrpSpPr>
        <p:grpSpPr>
          <a:xfrm>
            <a:off x="7697479" y="1724025"/>
            <a:ext cx="719195" cy="752186"/>
            <a:chOff x="2670175" y="5051425"/>
            <a:chExt cx="346075" cy="361950"/>
          </a:xfrm>
          <a:solidFill>
            <a:srgbClr val="FFC000"/>
          </a:solidFill>
        </p:grpSpPr>
        <p:sp>
          <p:nvSpPr>
            <p:cNvPr id="32" name="Freeform 1408">
              <a:extLst>
                <a:ext uri="{FF2B5EF4-FFF2-40B4-BE49-F238E27FC236}">
                  <a16:creationId xmlns:a16="http://schemas.microsoft.com/office/drawing/2014/main" id="{FDD3A46E-DB9B-4616-8DC1-3D83284C5E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70175" y="5051425"/>
              <a:ext cx="346075" cy="60325"/>
            </a:xfrm>
            <a:custGeom>
              <a:avLst/>
              <a:gdLst>
                <a:gd name="T0" fmla="*/ 90 w 92"/>
                <a:gd name="T1" fmla="*/ 16 h 16"/>
                <a:gd name="T2" fmla="*/ 2 w 92"/>
                <a:gd name="T3" fmla="*/ 16 h 16"/>
                <a:gd name="T4" fmla="*/ 0 w 92"/>
                <a:gd name="T5" fmla="*/ 14 h 16"/>
                <a:gd name="T6" fmla="*/ 0 w 92"/>
                <a:gd name="T7" fmla="*/ 2 h 16"/>
                <a:gd name="T8" fmla="*/ 2 w 92"/>
                <a:gd name="T9" fmla="*/ 0 h 16"/>
                <a:gd name="T10" fmla="*/ 90 w 92"/>
                <a:gd name="T11" fmla="*/ 0 h 16"/>
                <a:gd name="T12" fmla="*/ 92 w 92"/>
                <a:gd name="T13" fmla="*/ 2 h 16"/>
                <a:gd name="T14" fmla="*/ 92 w 92"/>
                <a:gd name="T15" fmla="*/ 14 h 16"/>
                <a:gd name="T16" fmla="*/ 90 w 92"/>
                <a:gd name="T17" fmla="*/ 16 h 16"/>
                <a:gd name="T18" fmla="*/ 4 w 92"/>
                <a:gd name="T19" fmla="*/ 12 h 16"/>
                <a:gd name="T20" fmla="*/ 88 w 92"/>
                <a:gd name="T21" fmla="*/ 12 h 16"/>
                <a:gd name="T22" fmla="*/ 88 w 92"/>
                <a:gd name="T23" fmla="*/ 4 h 16"/>
                <a:gd name="T24" fmla="*/ 4 w 92"/>
                <a:gd name="T25" fmla="*/ 4 h 16"/>
                <a:gd name="T26" fmla="*/ 4 w 92"/>
                <a:gd name="T27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2" h="16">
                  <a:moveTo>
                    <a:pt x="90" y="16"/>
                  </a:move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5"/>
                    <a:pt x="0" y="1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1" y="0"/>
                    <a:pt x="92" y="1"/>
                    <a:pt x="92" y="2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5"/>
                    <a:pt x="91" y="16"/>
                    <a:pt x="90" y="16"/>
                  </a:cubicBezTo>
                  <a:close/>
                  <a:moveTo>
                    <a:pt x="4" y="12"/>
                  </a:moveTo>
                  <a:cubicBezTo>
                    <a:pt x="88" y="12"/>
                    <a:pt x="88" y="12"/>
                    <a:pt x="88" y="12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3" name="Freeform 1409">
              <a:extLst>
                <a:ext uri="{FF2B5EF4-FFF2-40B4-BE49-F238E27FC236}">
                  <a16:creationId xmlns:a16="http://schemas.microsoft.com/office/drawing/2014/main" id="{1F9FF206-A7F4-488A-A8E0-923096AB1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175" y="5307013"/>
              <a:ext cx="346075" cy="15875"/>
            </a:xfrm>
            <a:custGeom>
              <a:avLst/>
              <a:gdLst>
                <a:gd name="T0" fmla="*/ 90 w 92"/>
                <a:gd name="T1" fmla="*/ 4 h 4"/>
                <a:gd name="T2" fmla="*/ 2 w 92"/>
                <a:gd name="T3" fmla="*/ 4 h 4"/>
                <a:gd name="T4" fmla="*/ 0 w 92"/>
                <a:gd name="T5" fmla="*/ 2 h 4"/>
                <a:gd name="T6" fmla="*/ 2 w 92"/>
                <a:gd name="T7" fmla="*/ 0 h 4"/>
                <a:gd name="T8" fmla="*/ 90 w 92"/>
                <a:gd name="T9" fmla="*/ 0 h 4"/>
                <a:gd name="T10" fmla="*/ 92 w 92"/>
                <a:gd name="T11" fmla="*/ 2 h 4"/>
                <a:gd name="T12" fmla="*/ 90 w 9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4">
                  <a:moveTo>
                    <a:pt x="9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1" y="0"/>
                    <a:pt x="92" y="1"/>
                    <a:pt x="92" y="2"/>
                  </a:cubicBezTo>
                  <a:cubicBezTo>
                    <a:pt x="92" y="3"/>
                    <a:pt x="91" y="4"/>
                    <a:pt x="9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4" name="Freeform 1410">
              <a:extLst>
                <a:ext uri="{FF2B5EF4-FFF2-40B4-BE49-F238E27FC236}">
                  <a16:creationId xmlns:a16="http://schemas.microsoft.com/office/drawing/2014/main" id="{EF6E1DC9-0CA4-41A4-909A-EE29889E56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0338" y="5097463"/>
              <a:ext cx="285750" cy="225425"/>
            </a:xfrm>
            <a:custGeom>
              <a:avLst/>
              <a:gdLst>
                <a:gd name="T0" fmla="*/ 74 w 76"/>
                <a:gd name="T1" fmla="*/ 60 h 60"/>
                <a:gd name="T2" fmla="*/ 2 w 76"/>
                <a:gd name="T3" fmla="*/ 60 h 60"/>
                <a:gd name="T4" fmla="*/ 0 w 76"/>
                <a:gd name="T5" fmla="*/ 58 h 60"/>
                <a:gd name="T6" fmla="*/ 0 w 76"/>
                <a:gd name="T7" fmla="*/ 2 h 60"/>
                <a:gd name="T8" fmla="*/ 2 w 76"/>
                <a:gd name="T9" fmla="*/ 0 h 60"/>
                <a:gd name="T10" fmla="*/ 74 w 76"/>
                <a:gd name="T11" fmla="*/ 0 h 60"/>
                <a:gd name="T12" fmla="*/ 76 w 76"/>
                <a:gd name="T13" fmla="*/ 2 h 60"/>
                <a:gd name="T14" fmla="*/ 76 w 76"/>
                <a:gd name="T15" fmla="*/ 58 h 60"/>
                <a:gd name="T16" fmla="*/ 74 w 76"/>
                <a:gd name="T17" fmla="*/ 60 h 60"/>
                <a:gd name="T18" fmla="*/ 4 w 76"/>
                <a:gd name="T19" fmla="*/ 56 h 60"/>
                <a:gd name="T20" fmla="*/ 72 w 76"/>
                <a:gd name="T21" fmla="*/ 56 h 60"/>
                <a:gd name="T22" fmla="*/ 72 w 76"/>
                <a:gd name="T23" fmla="*/ 4 h 60"/>
                <a:gd name="T24" fmla="*/ 4 w 76"/>
                <a:gd name="T25" fmla="*/ 4 h 60"/>
                <a:gd name="T26" fmla="*/ 4 w 76"/>
                <a:gd name="T27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60">
                  <a:moveTo>
                    <a:pt x="74" y="60"/>
                  </a:moveTo>
                  <a:cubicBezTo>
                    <a:pt x="2" y="60"/>
                    <a:pt x="2" y="60"/>
                    <a:pt x="2" y="60"/>
                  </a:cubicBezTo>
                  <a:cubicBezTo>
                    <a:pt x="1" y="60"/>
                    <a:pt x="0" y="59"/>
                    <a:pt x="0" y="58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5" y="0"/>
                    <a:pt x="76" y="1"/>
                    <a:pt x="76" y="2"/>
                  </a:cubicBezTo>
                  <a:cubicBezTo>
                    <a:pt x="76" y="58"/>
                    <a:pt x="76" y="58"/>
                    <a:pt x="76" y="58"/>
                  </a:cubicBezTo>
                  <a:cubicBezTo>
                    <a:pt x="76" y="59"/>
                    <a:pt x="75" y="60"/>
                    <a:pt x="74" y="60"/>
                  </a:cubicBezTo>
                  <a:close/>
                  <a:moveTo>
                    <a:pt x="4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5" name="Rectangle 1411">
              <a:extLst>
                <a:ext uri="{FF2B5EF4-FFF2-40B4-BE49-F238E27FC236}">
                  <a16:creationId xmlns:a16="http://schemas.microsoft.com/office/drawing/2014/main" id="{89532573-D9D6-4C63-9F32-611F62FEA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275" y="5314950"/>
              <a:ext cx="15875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6" name="Freeform 1412">
              <a:extLst>
                <a:ext uri="{FF2B5EF4-FFF2-40B4-BE49-F238E27FC236}">
                  <a16:creationId xmlns:a16="http://schemas.microsoft.com/office/drawing/2014/main" id="{97FD1A13-40B6-4EA2-8E39-7FA754D98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13050" y="5353050"/>
              <a:ext cx="60325" cy="60325"/>
            </a:xfrm>
            <a:custGeom>
              <a:avLst/>
              <a:gdLst>
                <a:gd name="T0" fmla="*/ 8 w 16"/>
                <a:gd name="T1" fmla="*/ 16 h 16"/>
                <a:gd name="T2" fmla="*/ 0 w 16"/>
                <a:gd name="T3" fmla="*/ 8 h 16"/>
                <a:gd name="T4" fmla="*/ 8 w 16"/>
                <a:gd name="T5" fmla="*/ 0 h 16"/>
                <a:gd name="T6" fmla="*/ 16 w 16"/>
                <a:gd name="T7" fmla="*/ 8 h 16"/>
                <a:gd name="T8" fmla="*/ 8 w 16"/>
                <a:gd name="T9" fmla="*/ 16 h 16"/>
                <a:gd name="T10" fmla="*/ 8 w 16"/>
                <a:gd name="T11" fmla="*/ 4 h 16"/>
                <a:gd name="T12" fmla="*/ 4 w 16"/>
                <a:gd name="T13" fmla="*/ 8 h 16"/>
                <a:gd name="T14" fmla="*/ 8 w 16"/>
                <a:gd name="T15" fmla="*/ 12 h 16"/>
                <a:gd name="T16" fmla="*/ 12 w 16"/>
                <a:gd name="T17" fmla="*/ 8 h 16"/>
                <a:gd name="T18" fmla="*/ 8 w 16"/>
                <a:gd name="T19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6">
                  <a:moveTo>
                    <a:pt x="8" y="16"/>
                  </a:move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12"/>
                    <a:pt x="12" y="16"/>
                    <a:pt x="8" y="16"/>
                  </a:cubicBezTo>
                  <a:close/>
                  <a:moveTo>
                    <a:pt x="8" y="4"/>
                  </a:moveTo>
                  <a:cubicBezTo>
                    <a:pt x="6" y="4"/>
                    <a:pt x="4" y="6"/>
                    <a:pt x="4" y="8"/>
                  </a:cubicBezTo>
                  <a:cubicBezTo>
                    <a:pt x="4" y="10"/>
                    <a:pt x="6" y="12"/>
                    <a:pt x="8" y="12"/>
                  </a:cubicBezTo>
                  <a:cubicBezTo>
                    <a:pt x="10" y="12"/>
                    <a:pt x="12" y="10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1413">
              <a:extLst>
                <a:ext uri="{FF2B5EF4-FFF2-40B4-BE49-F238E27FC236}">
                  <a16:creationId xmlns:a16="http://schemas.microsoft.com/office/drawing/2014/main" id="{AEBAE4D8-D5D7-4E83-882C-40352A95C4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0500" y="5141913"/>
              <a:ext cx="134938" cy="134938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4 h 36"/>
                <a:gd name="T12" fmla="*/ 4 w 36"/>
                <a:gd name="T13" fmla="*/ 18 h 36"/>
                <a:gd name="T14" fmla="*/ 18 w 36"/>
                <a:gd name="T15" fmla="*/ 32 h 36"/>
                <a:gd name="T16" fmla="*/ 32 w 36"/>
                <a:gd name="T17" fmla="*/ 18 h 36"/>
                <a:gd name="T18" fmla="*/ 18 w 36"/>
                <a:gd name="T19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8"/>
                  </a:cubicBezTo>
                  <a:cubicBezTo>
                    <a:pt x="4" y="26"/>
                    <a:pt x="10" y="32"/>
                    <a:pt x="18" y="32"/>
                  </a:cubicBezTo>
                  <a:cubicBezTo>
                    <a:pt x="26" y="32"/>
                    <a:pt x="32" y="26"/>
                    <a:pt x="32" y="18"/>
                  </a:cubicBezTo>
                  <a:cubicBezTo>
                    <a:pt x="32" y="10"/>
                    <a:pt x="26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8" name="Freeform 1414">
              <a:extLst>
                <a:ext uri="{FF2B5EF4-FFF2-40B4-BE49-F238E27FC236}">
                  <a16:creationId xmlns:a16="http://schemas.microsoft.com/office/drawing/2014/main" id="{8AF0E658-0D7E-46F9-B78F-6BC591BEC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663" y="5149850"/>
              <a:ext cx="104775" cy="68263"/>
            </a:xfrm>
            <a:custGeom>
              <a:avLst/>
              <a:gdLst>
                <a:gd name="T0" fmla="*/ 26 w 28"/>
                <a:gd name="T1" fmla="*/ 18 h 18"/>
                <a:gd name="T2" fmla="*/ 10 w 28"/>
                <a:gd name="T3" fmla="*/ 18 h 18"/>
                <a:gd name="T4" fmla="*/ 8 w 28"/>
                <a:gd name="T5" fmla="*/ 17 h 18"/>
                <a:gd name="T6" fmla="*/ 0 w 28"/>
                <a:gd name="T7" fmla="*/ 3 h 18"/>
                <a:gd name="T8" fmla="*/ 1 w 28"/>
                <a:gd name="T9" fmla="*/ 0 h 18"/>
                <a:gd name="T10" fmla="*/ 4 w 28"/>
                <a:gd name="T11" fmla="*/ 1 h 18"/>
                <a:gd name="T12" fmla="*/ 11 w 28"/>
                <a:gd name="T13" fmla="*/ 14 h 18"/>
                <a:gd name="T14" fmla="*/ 26 w 28"/>
                <a:gd name="T15" fmla="*/ 14 h 18"/>
                <a:gd name="T16" fmla="*/ 28 w 28"/>
                <a:gd name="T17" fmla="*/ 16 h 18"/>
                <a:gd name="T18" fmla="*/ 26 w 28"/>
                <a:gd name="T1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18">
                  <a:moveTo>
                    <a:pt x="26" y="18"/>
                  </a:moveTo>
                  <a:cubicBezTo>
                    <a:pt x="10" y="18"/>
                    <a:pt x="10" y="18"/>
                    <a:pt x="10" y="18"/>
                  </a:cubicBezTo>
                  <a:cubicBezTo>
                    <a:pt x="9" y="18"/>
                    <a:pt x="9" y="18"/>
                    <a:pt x="8" y="1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8" y="15"/>
                    <a:pt x="28" y="16"/>
                  </a:cubicBezTo>
                  <a:cubicBezTo>
                    <a:pt x="28" y="17"/>
                    <a:pt x="27" y="18"/>
                    <a:pt x="2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9" name="Freeform 1415">
              <a:extLst>
                <a:ext uri="{FF2B5EF4-FFF2-40B4-BE49-F238E27FC236}">
                  <a16:creationId xmlns:a16="http://schemas.microsoft.com/office/drawing/2014/main" id="{19C8041A-5155-45FF-B26C-FB93C8F2B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825" y="5202238"/>
              <a:ext cx="25400" cy="74613"/>
            </a:xfrm>
            <a:custGeom>
              <a:avLst/>
              <a:gdLst>
                <a:gd name="T0" fmla="*/ 5 w 7"/>
                <a:gd name="T1" fmla="*/ 20 h 20"/>
                <a:gd name="T2" fmla="*/ 3 w 7"/>
                <a:gd name="T3" fmla="*/ 18 h 20"/>
                <a:gd name="T4" fmla="*/ 0 w 7"/>
                <a:gd name="T5" fmla="*/ 2 h 20"/>
                <a:gd name="T6" fmla="*/ 2 w 7"/>
                <a:gd name="T7" fmla="*/ 0 h 20"/>
                <a:gd name="T8" fmla="*/ 4 w 7"/>
                <a:gd name="T9" fmla="*/ 2 h 20"/>
                <a:gd name="T10" fmla="*/ 7 w 7"/>
                <a:gd name="T11" fmla="*/ 17 h 20"/>
                <a:gd name="T12" fmla="*/ 5 w 7"/>
                <a:gd name="T13" fmla="*/ 20 h 20"/>
                <a:gd name="T14" fmla="*/ 5 w 7"/>
                <a:gd name="T1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20">
                  <a:moveTo>
                    <a:pt x="5" y="20"/>
                  </a:moveTo>
                  <a:cubicBezTo>
                    <a:pt x="4" y="20"/>
                    <a:pt x="3" y="19"/>
                    <a:pt x="3" y="18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9"/>
                    <a:pt x="6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1416">
              <a:extLst>
                <a:ext uri="{FF2B5EF4-FFF2-40B4-BE49-F238E27FC236}">
                  <a16:creationId xmlns:a16="http://schemas.microsoft.com/office/drawing/2014/main" id="{A4E6699F-DD2F-48A4-9490-EE910870C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600" y="5141913"/>
              <a:ext cx="60325" cy="15875"/>
            </a:xfrm>
            <a:custGeom>
              <a:avLst/>
              <a:gdLst>
                <a:gd name="T0" fmla="*/ 14 w 16"/>
                <a:gd name="T1" fmla="*/ 4 h 4"/>
                <a:gd name="T2" fmla="*/ 2 w 16"/>
                <a:gd name="T3" fmla="*/ 4 h 4"/>
                <a:gd name="T4" fmla="*/ 0 w 16"/>
                <a:gd name="T5" fmla="*/ 2 h 4"/>
                <a:gd name="T6" fmla="*/ 2 w 16"/>
                <a:gd name="T7" fmla="*/ 0 h 4"/>
                <a:gd name="T8" fmla="*/ 14 w 16"/>
                <a:gd name="T9" fmla="*/ 0 h 4"/>
                <a:gd name="T10" fmla="*/ 16 w 16"/>
                <a:gd name="T11" fmla="*/ 2 h 4"/>
                <a:gd name="T12" fmla="*/ 14 w 1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3"/>
                    <a:pt x="15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1" name="Freeform 1417">
              <a:extLst>
                <a:ext uri="{FF2B5EF4-FFF2-40B4-BE49-F238E27FC236}">
                  <a16:creationId xmlns:a16="http://schemas.microsoft.com/office/drawing/2014/main" id="{C0288574-88D2-4604-83C0-F4C3D9BCE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600" y="5172075"/>
              <a:ext cx="60325" cy="15875"/>
            </a:xfrm>
            <a:custGeom>
              <a:avLst/>
              <a:gdLst>
                <a:gd name="T0" fmla="*/ 14 w 16"/>
                <a:gd name="T1" fmla="*/ 4 h 4"/>
                <a:gd name="T2" fmla="*/ 2 w 16"/>
                <a:gd name="T3" fmla="*/ 4 h 4"/>
                <a:gd name="T4" fmla="*/ 0 w 16"/>
                <a:gd name="T5" fmla="*/ 2 h 4"/>
                <a:gd name="T6" fmla="*/ 2 w 16"/>
                <a:gd name="T7" fmla="*/ 0 h 4"/>
                <a:gd name="T8" fmla="*/ 14 w 16"/>
                <a:gd name="T9" fmla="*/ 0 h 4"/>
                <a:gd name="T10" fmla="*/ 16 w 16"/>
                <a:gd name="T11" fmla="*/ 2 h 4"/>
                <a:gd name="T12" fmla="*/ 14 w 1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3"/>
                    <a:pt x="15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2" name="Freeform 1418">
              <a:extLst>
                <a:ext uri="{FF2B5EF4-FFF2-40B4-BE49-F238E27FC236}">
                  <a16:creationId xmlns:a16="http://schemas.microsoft.com/office/drawing/2014/main" id="{4731E916-BF14-4015-9038-38138872B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600" y="5202238"/>
              <a:ext cx="60325" cy="15875"/>
            </a:xfrm>
            <a:custGeom>
              <a:avLst/>
              <a:gdLst>
                <a:gd name="T0" fmla="*/ 14 w 16"/>
                <a:gd name="T1" fmla="*/ 4 h 4"/>
                <a:gd name="T2" fmla="*/ 2 w 16"/>
                <a:gd name="T3" fmla="*/ 4 h 4"/>
                <a:gd name="T4" fmla="*/ 0 w 16"/>
                <a:gd name="T5" fmla="*/ 2 h 4"/>
                <a:gd name="T6" fmla="*/ 2 w 16"/>
                <a:gd name="T7" fmla="*/ 0 h 4"/>
                <a:gd name="T8" fmla="*/ 14 w 16"/>
                <a:gd name="T9" fmla="*/ 0 h 4"/>
                <a:gd name="T10" fmla="*/ 16 w 16"/>
                <a:gd name="T11" fmla="*/ 2 h 4"/>
                <a:gd name="T12" fmla="*/ 14 w 1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3"/>
                    <a:pt x="15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7E46B0F-E47B-0357-44F2-14B1D6823452}"/>
              </a:ext>
            </a:extLst>
          </p:cNvPr>
          <p:cNvSpPr txBox="1"/>
          <p:nvPr/>
        </p:nvSpPr>
        <p:spPr>
          <a:xfrm rot="10800000" flipV="1">
            <a:off x="624113" y="5495517"/>
            <a:ext cx="2699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  <a:latin typeface="Arial Black" panose="020B0A04020102020204" pitchFamily="34" charset="0"/>
              </a:rPr>
              <a:t>Presented By</a:t>
            </a:r>
          </a:p>
          <a:p>
            <a:r>
              <a:rPr lang="en-IN">
                <a:solidFill>
                  <a:schemeClr val="bg1"/>
                </a:solidFill>
                <a:latin typeface="Arial Black" panose="020B0A04020102020204" pitchFamily="34" charset="0"/>
              </a:rPr>
              <a:t>Shama Anjum 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6315C-5976-7891-A206-540420186566}"/>
              </a:ext>
            </a:extLst>
          </p:cNvPr>
          <p:cNvSpPr txBox="1"/>
          <p:nvPr/>
        </p:nvSpPr>
        <p:spPr>
          <a:xfrm>
            <a:off x="7546523" y="5245303"/>
            <a:ext cx="3727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bg2">
                    <a:lumMod val="90000"/>
                  </a:schemeClr>
                </a:solidFill>
              </a:rPr>
              <a:t>Rynixsoft</a:t>
            </a: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IN">
                <a:solidFill>
                  <a:schemeClr val="bg2">
                    <a:lumMod val="90000"/>
                  </a:schemeClr>
                </a:solidFill>
              </a:rPr>
              <a:t>Internship – Sprint 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706589-B8C8-E516-680A-D67A9521067C}"/>
                  </a:ext>
                </a:extLst>
              </p14:cNvPr>
              <p14:cNvContentPartPr/>
              <p14:nvPr/>
            </p14:nvContentPartPr>
            <p14:xfrm>
              <a:off x="6737400" y="519444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706589-B8C8-E516-680A-D67A9521067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28040" y="51850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2669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86CC-9A4F-63AE-7FC5-742FBF89C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10E5B371-3B9B-9093-7B90-2F7B4B95E32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10E5B371-3B9B-9093-7B90-2F7B4B95E3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540369B6-FB3D-4EA2-D9DC-066DD203E2AF}"/>
              </a:ext>
            </a:extLst>
          </p:cNvPr>
          <p:cNvSpPr/>
          <p:nvPr/>
        </p:nvSpPr>
        <p:spPr>
          <a:xfrm>
            <a:off x="0" y="-661308"/>
            <a:ext cx="400050" cy="400050"/>
          </a:xfrm>
          <a:prstGeom prst="ellipse">
            <a:avLst/>
          </a:prstGeom>
          <a:solidFill>
            <a:srgbClr val="02E8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4ABB66-EF7E-1230-3D87-FF6E34463093}"/>
              </a:ext>
            </a:extLst>
          </p:cNvPr>
          <p:cNvSpPr/>
          <p:nvPr/>
        </p:nvSpPr>
        <p:spPr>
          <a:xfrm>
            <a:off x="624115" y="-661308"/>
            <a:ext cx="400050" cy="400050"/>
          </a:xfrm>
          <a:prstGeom prst="ellipse">
            <a:avLst/>
          </a:prstGeom>
          <a:solidFill>
            <a:srgbClr val="2E5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409BA54-8D0A-8015-EE42-B7BCE64D6A69}"/>
              </a:ext>
            </a:extLst>
          </p:cNvPr>
          <p:cNvCxnSpPr>
            <a:cxnSpLocks/>
          </p:cNvCxnSpPr>
          <p:nvPr/>
        </p:nvCxnSpPr>
        <p:spPr>
          <a:xfrm>
            <a:off x="495300" y="4242005"/>
            <a:ext cx="65649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4E738BA6-B94D-E346-D83C-F41620CCB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471" y="384944"/>
            <a:ext cx="8878529" cy="542925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1 -Recap</a:t>
            </a:r>
            <a:endParaRPr lang="en-IN" sz="360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569E8A-A58A-8669-16AE-4D88EC660D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98" y="1778938"/>
            <a:ext cx="1611997" cy="16119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5D8C0C-0CD3-5C99-64BC-135A79C889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830" y="2049156"/>
            <a:ext cx="1066800" cy="10715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B3BF55-B879-7803-7DF2-6C4809FE43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339" y="2198292"/>
            <a:ext cx="1639868" cy="9224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E9C77D-5815-C9B1-16FC-D0ECA5617D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4533" y="2096395"/>
            <a:ext cx="1302774" cy="9770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2130B60-AC49-A834-9C60-D81B899B6EC1}"/>
              </a:ext>
            </a:extLst>
          </p:cNvPr>
          <p:cNvSpPr txBox="1"/>
          <p:nvPr/>
        </p:nvSpPr>
        <p:spPr>
          <a:xfrm>
            <a:off x="400050" y="3360111"/>
            <a:ext cx="2867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Synthetic Dataset Creation using Python (Google </a:t>
            </a:r>
            <a:r>
              <a:rPr lang="en-IN" err="1"/>
              <a:t>Colab</a:t>
            </a:r>
            <a:r>
              <a:rPr lang="en-IN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543DEB-4374-E221-A987-FF228505578A}"/>
              </a:ext>
            </a:extLst>
          </p:cNvPr>
          <p:cNvSpPr txBox="1"/>
          <p:nvPr/>
        </p:nvSpPr>
        <p:spPr>
          <a:xfrm>
            <a:off x="3521300" y="3390935"/>
            <a:ext cx="282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/>
              <a:t>Cleaned Dataset (missing values ,duplicates)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5EF50F-1B7A-1A0A-A0E6-7C1ECB40D36E}"/>
              </a:ext>
            </a:extLst>
          </p:cNvPr>
          <p:cNvSpPr txBox="1"/>
          <p:nvPr/>
        </p:nvSpPr>
        <p:spPr>
          <a:xfrm>
            <a:off x="6489167" y="3345238"/>
            <a:ext cx="2827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/>
              <a:t>Real-time system using Flask (Add/Delete/Edit intern records)</a:t>
            </a:r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2D1FC4-A4C5-3422-32C0-406957106C65}"/>
              </a:ext>
            </a:extLst>
          </p:cNvPr>
          <p:cNvSpPr txBox="1"/>
          <p:nvPr/>
        </p:nvSpPr>
        <p:spPr>
          <a:xfrm>
            <a:off x="9570786" y="3345238"/>
            <a:ext cx="2050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/>
              <a:t>Data stored in Excel for further analysis</a:t>
            </a:r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B692CF-BD3D-1FA2-FEB5-A8E844F552B1}"/>
              </a:ext>
            </a:extLst>
          </p:cNvPr>
          <p:cNvCxnSpPr>
            <a:cxnSpLocks/>
          </p:cNvCxnSpPr>
          <p:nvPr/>
        </p:nvCxnSpPr>
        <p:spPr>
          <a:xfrm>
            <a:off x="8789379" y="2584935"/>
            <a:ext cx="9614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28AB53-0292-D25E-CCAD-B4447A08D647}"/>
              </a:ext>
            </a:extLst>
          </p:cNvPr>
          <p:cNvCxnSpPr>
            <a:cxnSpLocks/>
          </p:cNvCxnSpPr>
          <p:nvPr/>
        </p:nvCxnSpPr>
        <p:spPr>
          <a:xfrm>
            <a:off x="5615267" y="2584935"/>
            <a:ext cx="9614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6F90F8-9C23-0BAE-BFE1-EC657BE2D422}"/>
              </a:ext>
            </a:extLst>
          </p:cNvPr>
          <p:cNvCxnSpPr>
            <a:cxnSpLocks/>
          </p:cNvCxnSpPr>
          <p:nvPr/>
        </p:nvCxnSpPr>
        <p:spPr>
          <a:xfrm>
            <a:off x="2700002" y="2673305"/>
            <a:ext cx="96146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31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D7646-809A-F18E-EF8D-D4629F595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text, indoor, computer, computer&#10;&#10;Description automatically generated">
            <a:extLst>
              <a:ext uri="{FF2B5EF4-FFF2-40B4-BE49-F238E27FC236}">
                <a16:creationId xmlns:a16="http://schemas.microsoft.com/office/drawing/2014/main" id="{C94C1562-BDF8-48BB-5C74-0E084599B9F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93" t="9042" r="12137" b="39659"/>
          <a:stretch/>
        </p:blipFill>
        <p:spPr>
          <a:xfrm>
            <a:off x="0" y="1122363"/>
            <a:ext cx="12192000" cy="5735637"/>
          </a:xfrm>
          <a:prstGeom prst="rect">
            <a:avLst/>
          </a:prstGeom>
        </p:spPr>
      </p:pic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C042E470-76EF-9AD9-0176-AE53B329FA11}"/>
              </a:ext>
            </a:extLst>
          </p:cNvPr>
          <p:cNvSpPr/>
          <p:nvPr/>
        </p:nvSpPr>
        <p:spPr>
          <a:xfrm>
            <a:off x="0" y="1122362"/>
            <a:ext cx="12192000" cy="5735637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rgbClr val="152839"/>
              </a:gs>
              <a:gs pos="70000">
                <a:srgbClr val="152839">
                  <a:alpha val="7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271900A5-6D40-A083-E2FA-137D342CB6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271900A5-6D40-A083-E2FA-137D342CB6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52A6ED71-8E6E-C6AC-210F-10E48054DC97}"/>
              </a:ext>
            </a:extLst>
          </p:cNvPr>
          <p:cNvSpPr/>
          <p:nvPr/>
        </p:nvSpPr>
        <p:spPr>
          <a:xfrm>
            <a:off x="0" y="-661308"/>
            <a:ext cx="400050" cy="400050"/>
          </a:xfrm>
          <a:prstGeom prst="ellipse">
            <a:avLst/>
          </a:prstGeom>
          <a:solidFill>
            <a:srgbClr val="02E8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CE1C43-380D-0FA7-FD55-162DFD057876}"/>
              </a:ext>
            </a:extLst>
          </p:cNvPr>
          <p:cNvSpPr/>
          <p:nvPr/>
        </p:nvSpPr>
        <p:spPr>
          <a:xfrm>
            <a:off x="624115" y="-661308"/>
            <a:ext cx="400050" cy="400050"/>
          </a:xfrm>
          <a:prstGeom prst="ellipse">
            <a:avLst/>
          </a:prstGeom>
          <a:solidFill>
            <a:srgbClr val="2E5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DBE84D-D82E-01F5-EE07-79EF84002E61}"/>
              </a:ext>
            </a:extLst>
          </p:cNvPr>
          <p:cNvCxnSpPr>
            <a:cxnSpLocks/>
          </p:cNvCxnSpPr>
          <p:nvPr/>
        </p:nvCxnSpPr>
        <p:spPr>
          <a:xfrm>
            <a:off x="495300" y="4242005"/>
            <a:ext cx="65649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B59E6EC-9965-B406-D559-CAC9E6FB2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813" y="2684209"/>
            <a:ext cx="9563159" cy="983224"/>
          </a:xfrm>
        </p:spPr>
        <p:txBody>
          <a:bodyPr vert="horz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400">
                <a:solidFill>
                  <a:schemeClr val="bg1"/>
                </a:solidFill>
              </a:rPr>
              <a:t>Sprint 2 –Exploratory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301191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E4D5-7DDD-08BB-9571-B9108C318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9E347447-ADFA-01E8-29F9-FADC52010D9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9E347447-ADFA-01E8-29F9-FADC52010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460DFB54-EDAF-821A-0C0C-0E0460F3E4E5}"/>
              </a:ext>
            </a:extLst>
          </p:cNvPr>
          <p:cNvSpPr/>
          <p:nvPr/>
        </p:nvSpPr>
        <p:spPr>
          <a:xfrm>
            <a:off x="0" y="-661308"/>
            <a:ext cx="400050" cy="400050"/>
          </a:xfrm>
          <a:prstGeom prst="ellipse">
            <a:avLst/>
          </a:prstGeom>
          <a:solidFill>
            <a:srgbClr val="02E8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2C1021E-CB1F-DDE2-6FAB-5D4D7830DDEE}"/>
              </a:ext>
            </a:extLst>
          </p:cNvPr>
          <p:cNvSpPr/>
          <p:nvPr/>
        </p:nvSpPr>
        <p:spPr>
          <a:xfrm>
            <a:off x="624115" y="-661308"/>
            <a:ext cx="400050" cy="400050"/>
          </a:xfrm>
          <a:prstGeom prst="ellipse">
            <a:avLst/>
          </a:prstGeom>
          <a:solidFill>
            <a:srgbClr val="2E5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0DF5C5-1434-90FC-BF35-34A064781652}"/>
              </a:ext>
            </a:extLst>
          </p:cNvPr>
          <p:cNvCxnSpPr>
            <a:cxnSpLocks/>
          </p:cNvCxnSpPr>
          <p:nvPr/>
        </p:nvCxnSpPr>
        <p:spPr>
          <a:xfrm>
            <a:off x="495300" y="4242005"/>
            <a:ext cx="65649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63BC90F3-168E-695A-890A-4B0E885AB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" y="957370"/>
            <a:ext cx="3883741" cy="865235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chemeClr val="accent1"/>
                </a:solidFill>
              </a:rPr>
              <a:t>What is EDA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F2B27-19E9-A8EA-D920-8CE531C830C1}"/>
              </a:ext>
            </a:extLst>
          </p:cNvPr>
          <p:cNvSpPr txBox="1"/>
          <p:nvPr/>
        </p:nvSpPr>
        <p:spPr>
          <a:xfrm>
            <a:off x="400050" y="2248728"/>
            <a:ext cx="61119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✔ Helps understand data structure</a:t>
            </a:r>
            <a:br>
              <a:rPr lang="en-US" sz="3200"/>
            </a:br>
            <a:r>
              <a:rPr lang="en-US" sz="3200"/>
              <a:t>✔ Identifies trends and patterns</a:t>
            </a:r>
            <a:br>
              <a:rPr lang="en-US" sz="3200"/>
            </a:br>
            <a:r>
              <a:rPr lang="en-US" sz="3200"/>
              <a:t>✔ Detects errors or inconsistencies</a:t>
            </a:r>
            <a:br>
              <a:rPr lang="en-US" sz="3200"/>
            </a:br>
            <a:r>
              <a:rPr lang="en-US" sz="3200"/>
              <a:t>✔ Supports better decision-making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0BDB3E-390D-4021-906F-FA37FA171B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15" y="1665288"/>
            <a:ext cx="2860882" cy="286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2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87E4-1CDA-93EC-0A64-5C1F341C9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1C3A660E-A16E-72E8-FFFA-6F69A9AA589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1C3A660E-A16E-72E8-FFFA-6F69A9AA5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83E44ED8-8E05-616C-9517-C25BB83AE93E}"/>
              </a:ext>
            </a:extLst>
          </p:cNvPr>
          <p:cNvSpPr/>
          <p:nvPr/>
        </p:nvSpPr>
        <p:spPr>
          <a:xfrm>
            <a:off x="0" y="-661308"/>
            <a:ext cx="400050" cy="400050"/>
          </a:xfrm>
          <a:prstGeom prst="ellipse">
            <a:avLst/>
          </a:prstGeom>
          <a:solidFill>
            <a:srgbClr val="02E8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BA4031-6840-D252-8683-21C5F83DE9A6}"/>
              </a:ext>
            </a:extLst>
          </p:cNvPr>
          <p:cNvSpPr/>
          <p:nvPr/>
        </p:nvSpPr>
        <p:spPr>
          <a:xfrm>
            <a:off x="624115" y="-661308"/>
            <a:ext cx="400050" cy="400050"/>
          </a:xfrm>
          <a:prstGeom prst="ellipse">
            <a:avLst/>
          </a:prstGeom>
          <a:solidFill>
            <a:srgbClr val="2E5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B92888-0249-0B9B-27A9-158B5866E16F}"/>
              </a:ext>
            </a:extLst>
          </p:cNvPr>
          <p:cNvCxnSpPr>
            <a:cxnSpLocks/>
          </p:cNvCxnSpPr>
          <p:nvPr/>
        </p:nvCxnSpPr>
        <p:spPr>
          <a:xfrm>
            <a:off x="495300" y="4242005"/>
            <a:ext cx="65649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53C0AF4-ED66-AFA2-E20C-38F515F9F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025" y="957370"/>
            <a:ext cx="3883741" cy="865235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chemeClr val="accent1"/>
                </a:solidFill>
              </a:rPr>
              <a:t>What is EDA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C9C1E-F37B-45CA-B9DC-C9D377780671}"/>
              </a:ext>
            </a:extLst>
          </p:cNvPr>
          <p:cNvSpPr txBox="1"/>
          <p:nvPr/>
        </p:nvSpPr>
        <p:spPr>
          <a:xfrm>
            <a:off x="400050" y="2248728"/>
            <a:ext cx="61119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✔ Helps understand data structure</a:t>
            </a:r>
            <a:br>
              <a:rPr lang="en-US" sz="3200"/>
            </a:br>
            <a:r>
              <a:rPr lang="en-US" sz="3200"/>
              <a:t>✔ Identifies trends and patterns</a:t>
            </a:r>
            <a:br>
              <a:rPr lang="en-US" sz="3200"/>
            </a:br>
            <a:r>
              <a:rPr lang="en-US" sz="3200"/>
              <a:t>✔ Detects errors or inconsistencies</a:t>
            </a:r>
            <a:br>
              <a:rPr lang="en-US" sz="3200"/>
            </a:br>
            <a:r>
              <a:rPr lang="en-US" sz="3200"/>
              <a:t>✔ Supports better decision-making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9FE891-487D-1392-55E1-D731DA95D3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15" y="1665288"/>
            <a:ext cx="2860882" cy="286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6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D433-DA28-3862-A334-A7CA65DA8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4A8800E6-808D-9C2E-C1E0-5D52332495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4A8800E6-808D-9C2E-C1E0-5D52332495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6D78436D-E084-20F0-6F72-1FE3050295FC}"/>
              </a:ext>
            </a:extLst>
          </p:cNvPr>
          <p:cNvSpPr/>
          <p:nvPr/>
        </p:nvSpPr>
        <p:spPr>
          <a:xfrm>
            <a:off x="0" y="-661308"/>
            <a:ext cx="400050" cy="400050"/>
          </a:xfrm>
          <a:prstGeom prst="ellipse">
            <a:avLst/>
          </a:prstGeom>
          <a:solidFill>
            <a:srgbClr val="02E8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B295E0-B38E-938A-AFF4-876BA340F42F}"/>
              </a:ext>
            </a:extLst>
          </p:cNvPr>
          <p:cNvSpPr/>
          <p:nvPr/>
        </p:nvSpPr>
        <p:spPr>
          <a:xfrm>
            <a:off x="624115" y="-661308"/>
            <a:ext cx="400050" cy="400050"/>
          </a:xfrm>
          <a:prstGeom prst="ellipse">
            <a:avLst/>
          </a:prstGeom>
          <a:solidFill>
            <a:srgbClr val="2E5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9F4F8989-02FF-6C40-C447-B7DD65D5C7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510998"/>
              </p:ext>
            </p:extLst>
          </p:nvPr>
        </p:nvGraphicFramePr>
        <p:xfrm>
          <a:off x="319314" y="194019"/>
          <a:ext cx="2879506" cy="58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12B3885-F1AE-89A1-8B53-AB5F6F392B1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55" t="24283" r="36908" b="32473"/>
          <a:stretch>
            <a:fillRect/>
          </a:stretch>
        </p:blipFill>
        <p:spPr>
          <a:xfrm>
            <a:off x="1966451" y="1206292"/>
            <a:ext cx="7079225" cy="444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56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FC42F-9868-73A9-7778-E0A1181C3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CBF39E23-3569-5BAA-090D-9D107170E1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CBF39E23-3569-5BAA-090D-9D107170E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C34B8CF3-3844-6975-9BE9-89DA9462C00C}"/>
              </a:ext>
            </a:extLst>
          </p:cNvPr>
          <p:cNvSpPr/>
          <p:nvPr/>
        </p:nvSpPr>
        <p:spPr>
          <a:xfrm>
            <a:off x="0" y="-661308"/>
            <a:ext cx="400050" cy="400050"/>
          </a:xfrm>
          <a:prstGeom prst="ellipse">
            <a:avLst/>
          </a:prstGeom>
          <a:solidFill>
            <a:srgbClr val="02E8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2F098D-FF52-611E-C652-83A27B41F4DE}"/>
              </a:ext>
            </a:extLst>
          </p:cNvPr>
          <p:cNvSpPr/>
          <p:nvPr/>
        </p:nvSpPr>
        <p:spPr>
          <a:xfrm>
            <a:off x="624115" y="-661308"/>
            <a:ext cx="400050" cy="400050"/>
          </a:xfrm>
          <a:prstGeom prst="ellipse">
            <a:avLst/>
          </a:prstGeom>
          <a:solidFill>
            <a:srgbClr val="2E5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52F098-B436-770C-5597-32D46131373F}"/>
              </a:ext>
            </a:extLst>
          </p:cNvPr>
          <p:cNvCxnSpPr>
            <a:cxnSpLocks/>
          </p:cNvCxnSpPr>
          <p:nvPr/>
        </p:nvCxnSpPr>
        <p:spPr>
          <a:xfrm>
            <a:off x="495300" y="4242005"/>
            <a:ext cx="65649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F1F22AE-84B4-0178-8AF1-79B59B073E62}"/>
              </a:ext>
            </a:extLst>
          </p:cNvPr>
          <p:cNvSpPr txBox="1"/>
          <p:nvPr/>
        </p:nvSpPr>
        <p:spPr>
          <a:xfrm>
            <a:off x="4589360" y="152644"/>
            <a:ext cx="3156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E00C5-0FD7-13B4-AAAB-6DA31D6D4B04}"/>
              </a:ext>
            </a:extLst>
          </p:cNvPr>
          <p:cNvSpPr txBox="1"/>
          <p:nvPr/>
        </p:nvSpPr>
        <p:spPr>
          <a:xfrm>
            <a:off x="4502522" y="1514879"/>
            <a:ext cx="43181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ACBB96-D4E0-4038-6669-65E7EC858222}"/>
              </a:ext>
            </a:extLst>
          </p:cNvPr>
          <p:cNvSpPr/>
          <p:nvPr/>
        </p:nvSpPr>
        <p:spPr>
          <a:xfrm>
            <a:off x="727587" y="737419"/>
            <a:ext cx="5830529" cy="100151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49A841-D537-0910-44EF-6CD06923E49A}"/>
              </a:ext>
            </a:extLst>
          </p:cNvPr>
          <p:cNvSpPr/>
          <p:nvPr/>
        </p:nvSpPr>
        <p:spPr>
          <a:xfrm>
            <a:off x="495300" y="927970"/>
            <a:ext cx="5672138" cy="1501892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EB192-4C53-1094-CDB5-3E55AACAA438}"/>
              </a:ext>
            </a:extLst>
          </p:cNvPr>
          <p:cNvSpPr txBox="1"/>
          <p:nvPr/>
        </p:nvSpPr>
        <p:spPr>
          <a:xfrm>
            <a:off x="624115" y="1233164"/>
            <a:ext cx="44493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/>
              <a:t>Top Department: Data Science</a:t>
            </a:r>
            <a:br>
              <a:rPr lang="en-US"/>
            </a:br>
            <a:r>
              <a:rPr lang="en-US"/>
              <a:t>Identified using </a:t>
            </a:r>
            <a:r>
              <a:rPr lang="en-US" b="1" err="1">
                <a:solidFill>
                  <a:schemeClr val="accent1"/>
                </a:solidFill>
              </a:rPr>
              <a:t>value_counts</a:t>
            </a:r>
            <a:r>
              <a:rPr lang="en-US" b="1">
                <a:solidFill>
                  <a:schemeClr val="accent1"/>
                </a:solidFill>
              </a:rPr>
              <a:t>()</a:t>
            </a:r>
            <a:r>
              <a:rPr lang="en-US"/>
              <a:t> to find highest frequency</a:t>
            </a:r>
          </a:p>
          <a:p>
            <a:endParaRPr lang="en-US"/>
          </a:p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F3BC32-6F39-1421-75BD-00D83242ED53}"/>
              </a:ext>
            </a:extLst>
          </p:cNvPr>
          <p:cNvSpPr/>
          <p:nvPr/>
        </p:nvSpPr>
        <p:spPr>
          <a:xfrm>
            <a:off x="6377214" y="927970"/>
            <a:ext cx="5319485" cy="1501892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EAE5D9-5499-F611-4581-E13606B8D3FA}"/>
              </a:ext>
            </a:extLst>
          </p:cNvPr>
          <p:cNvSpPr/>
          <p:nvPr/>
        </p:nvSpPr>
        <p:spPr>
          <a:xfrm>
            <a:off x="495300" y="2777126"/>
            <a:ext cx="5672137" cy="1464880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968C93-261D-E523-9F90-24B3194EC49C}"/>
              </a:ext>
            </a:extLst>
          </p:cNvPr>
          <p:cNvSpPr/>
          <p:nvPr/>
        </p:nvSpPr>
        <p:spPr>
          <a:xfrm>
            <a:off x="6377215" y="2777126"/>
            <a:ext cx="5319485" cy="1464877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A35FFC-252D-3AE1-B059-98EFF4A6B47E}"/>
              </a:ext>
            </a:extLst>
          </p:cNvPr>
          <p:cNvSpPr txBox="1"/>
          <p:nvPr/>
        </p:nvSpPr>
        <p:spPr>
          <a:xfrm>
            <a:off x="6399725" y="1325497"/>
            <a:ext cx="4965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/>
              <a:t>Average Attendance: 84.72%</a:t>
            </a:r>
            <a:br>
              <a:rPr lang="en-US"/>
            </a:br>
            <a:r>
              <a:rPr lang="en-US"/>
              <a:t>Calculated using </a:t>
            </a:r>
            <a:r>
              <a:rPr lang="en-US" b="1">
                <a:solidFill>
                  <a:schemeClr val="accent1"/>
                </a:solidFill>
              </a:rPr>
              <a:t>mean()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on attendance data</a:t>
            </a:r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34FF53-900E-8C76-9937-605AE949FD99}"/>
              </a:ext>
            </a:extLst>
          </p:cNvPr>
          <p:cNvSpPr txBox="1"/>
          <p:nvPr/>
        </p:nvSpPr>
        <p:spPr>
          <a:xfrm>
            <a:off x="624115" y="3140050"/>
            <a:ext cx="5319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High Performers: 37 Interns</a:t>
            </a:r>
            <a:br>
              <a:rPr lang="en-US" dirty="0"/>
            </a:br>
            <a:r>
              <a:rPr lang="en-US" dirty="0"/>
              <a:t>Based on </a:t>
            </a:r>
            <a:r>
              <a:rPr lang="en-US" b="1" dirty="0" err="1">
                <a:solidFill>
                  <a:schemeClr val="accent1"/>
                </a:solidFill>
              </a:rPr>
              <a:t>Performance_Level</a:t>
            </a:r>
            <a:r>
              <a:rPr lang="en-US" b="1" dirty="0">
                <a:solidFill>
                  <a:schemeClr val="accent1"/>
                </a:solidFill>
              </a:rPr>
              <a:t> (rating ≥ 4)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8B601C-BBA2-D297-8A90-867E1FC12ED9}"/>
              </a:ext>
            </a:extLst>
          </p:cNvPr>
          <p:cNvSpPr txBox="1"/>
          <p:nvPr/>
        </p:nvSpPr>
        <p:spPr>
          <a:xfrm>
            <a:off x="6428683" y="2795624"/>
            <a:ext cx="33933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At-Risk Interns: 72</a:t>
            </a:r>
            <a:br>
              <a:rPr lang="en-US" dirty="0"/>
            </a:br>
            <a:r>
              <a:rPr lang="en-US" dirty="0"/>
              <a:t>Identified using conditions: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Attendance &lt; 75%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Task Completion &lt; 60%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Rating ≤ 2</a:t>
            </a:r>
          </a:p>
          <a:p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E3E5EF5-7A64-1FAB-DB9F-842442519E1D}"/>
              </a:ext>
            </a:extLst>
          </p:cNvPr>
          <p:cNvSpPr/>
          <p:nvPr/>
        </p:nvSpPr>
        <p:spPr>
          <a:xfrm>
            <a:off x="3777796" y="4769953"/>
            <a:ext cx="5319485" cy="1464877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CA419A-D579-2A14-5FE6-0C09A927CB2E}"/>
              </a:ext>
            </a:extLst>
          </p:cNvPr>
          <p:cNvSpPr txBox="1"/>
          <p:nvPr/>
        </p:nvSpPr>
        <p:spPr>
          <a:xfrm>
            <a:off x="3892038" y="4795640"/>
            <a:ext cx="44079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/>
              <a:t>Avg Productivity Score: 82.18</a:t>
            </a:r>
            <a:br>
              <a:rPr lang="en-US"/>
            </a:br>
            <a:r>
              <a:rPr lang="en-US"/>
              <a:t>Calculated using weighted formula: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</a:rPr>
              <a:t>Task Completion (50%)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</a:rPr>
              <a:t>Attendance (30%)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1"/>
                </a:solidFill>
              </a:rPr>
              <a:t>Performance Rating (20%)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14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11F67-CD5C-05CF-3BD1-1BD36560D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17E163D7-70E7-93A1-AA9B-F3C7D4C7F5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17E163D7-70E7-93A1-AA9B-F3C7D4C7F5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58367FE2-2C8C-1016-C745-2A932789FFA5}"/>
              </a:ext>
            </a:extLst>
          </p:cNvPr>
          <p:cNvSpPr/>
          <p:nvPr/>
        </p:nvSpPr>
        <p:spPr>
          <a:xfrm>
            <a:off x="0" y="-661308"/>
            <a:ext cx="400050" cy="400050"/>
          </a:xfrm>
          <a:prstGeom prst="ellipse">
            <a:avLst/>
          </a:prstGeom>
          <a:solidFill>
            <a:srgbClr val="02E8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3150367-33F0-0357-FB8B-D60EE8AEBC84}"/>
              </a:ext>
            </a:extLst>
          </p:cNvPr>
          <p:cNvSpPr/>
          <p:nvPr/>
        </p:nvSpPr>
        <p:spPr>
          <a:xfrm>
            <a:off x="624115" y="-661308"/>
            <a:ext cx="400050" cy="400050"/>
          </a:xfrm>
          <a:prstGeom prst="ellipse">
            <a:avLst/>
          </a:prstGeom>
          <a:solidFill>
            <a:srgbClr val="2E5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C58C74-8A5A-CCC3-274D-35626DCD48E1}"/>
              </a:ext>
            </a:extLst>
          </p:cNvPr>
          <p:cNvCxnSpPr>
            <a:cxnSpLocks/>
          </p:cNvCxnSpPr>
          <p:nvPr/>
        </p:nvCxnSpPr>
        <p:spPr>
          <a:xfrm>
            <a:off x="495300" y="4242005"/>
            <a:ext cx="65649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723EE05-A735-A494-77A4-8BA3B0E8A121}"/>
              </a:ext>
            </a:extLst>
          </p:cNvPr>
          <p:cNvSpPr txBox="1"/>
          <p:nvPr/>
        </p:nvSpPr>
        <p:spPr>
          <a:xfrm>
            <a:off x="3777796" y="152644"/>
            <a:ext cx="627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 ENHANCEMENT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5DB44D-9123-1D22-5E66-8F67724F9AD1}"/>
              </a:ext>
            </a:extLst>
          </p:cNvPr>
          <p:cNvSpPr/>
          <p:nvPr/>
        </p:nvSpPr>
        <p:spPr>
          <a:xfrm>
            <a:off x="727587" y="737419"/>
            <a:ext cx="5830529" cy="100151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BE33D5-E166-D415-099F-9D81C738B54D}"/>
              </a:ext>
            </a:extLst>
          </p:cNvPr>
          <p:cNvSpPr/>
          <p:nvPr/>
        </p:nvSpPr>
        <p:spPr>
          <a:xfrm>
            <a:off x="495300" y="927970"/>
            <a:ext cx="5672138" cy="1501892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859B8-51FE-AA3C-FFDE-2142E2ABD7BA}"/>
              </a:ext>
            </a:extLst>
          </p:cNvPr>
          <p:cNvSpPr txBox="1"/>
          <p:nvPr/>
        </p:nvSpPr>
        <p:spPr>
          <a:xfrm>
            <a:off x="624115" y="1233164"/>
            <a:ext cx="4449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/>
              <a:t>Task Completion (%)</a:t>
            </a:r>
            <a:br>
              <a:rPr lang="en-US"/>
            </a:br>
            <a:r>
              <a:rPr lang="en-US"/>
              <a:t>Calculated using:</a:t>
            </a:r>
            <a:br>
              <a:rPr lang="en-US"/>
            </a:br>
            <a:r>
              <a:rPr lang="en-US">
                <a:solidFill>
                  <a:srgbClr val="FF0000"/>
                </a:solidFill>
              </a:rPr>
              <a:t>Tasks Completed / Tasks Assigned</a:t>
            </a:r>
          </a:p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087CAB-0441-B48F-EA90-56888ED32A09}"/>
              </a:ext>
            </a:extLst>
          </p:cNvPr>
          <p:cNvSpPr/>
          <p:nvPr/>
        </p:nvSpPr>
        <p:spPr>
          <a:xfrm>
            <a:off x="6377214" y="927970"/>
            <a:ext cx="5319485" cy="1501892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B6361CE-5254-B8EE-66E8-F76FC240E10B}"/>
              </a:ext>
            </a:extLst>
          </p:cNvPr>
          <p:cNvSpPr/>
          <p:nvPr/>
        </p:nvSpPr>
        <p:spPr>
          <a:xfrm>
            <a:off x="495300" y="2777126"/>
            <a:ext cx="5672137" cy="1647382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82A724-45D7-8ED5-7AF6-63F7C6336B19}"/>
              </a:ext>
            </a:extLst>
          </p:cNvPr>
          <p:cNvSpPr/>
          <p:nvPr/>
        </p:nvSpPr>
        <p:spPr>
          <a:xfrm>
            <a:off x="6377215" y="2777126"/>
            <a:ext cx="5319485" cy="1625326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70DF35-C32B-E327-D010-4550C205CBE6}"/>
              </a:ext>
            </a:extLst>
          </p:cNvPr>
          <p:cNvSpPr txBox="1"/>
          <p:nvPr/>
        </p:nvSpPr>
        <p:spPr>
          <a:xfrm>
            <a:off x="6547783" y="978221"/>
            <a:ext cx="49652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/>
              <a:t>Performance Level</a:t>
            </a:r>
            <a:br>
              <a:rPr lang="en-US"/>
            </a:br>
            <a:r>
              <a:rPr lang="en-US"/>
              <a:t>Categorized based on rating: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High (≥ 4)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Medium (3)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Low (≤ 2)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2FB191-95D4-6A83-A979-A1B4A255245A}"/>
              </a:ext>
            </a:extLst>
          </p:cNvPr>
          <p:cNvSpPr txBox="1"/>
          <p:nvPr/>
        </p:nvSpPr>
        <p:spPr>
          <a:xfrm>
            <a:off x="671625" y="2831313"/>
            <a:ext cx="53194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/>
              <a:t>Risk Status</a:t>
            </a:r>
            <a:br>
              <a:rPr lang="en-US"/>
            </a:br>
            <a:r>
              <a:rPr lang="en-US"/>
              <a:t>Identified using conditions: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Low Attendance (&lt;75%)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Low Task Completion (&lt;60%)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Low Rating (≤ 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31458D-7817-3179-AE4C-FE0739D7F758}"/>
              </a:ext>
            </a:extLst>
          </p:cNvPr>
          <p:cNvSpPr txBox="1"/>
          <p:nvPr/>
        </p:nvSpPr>
        <p:spPr>
          <a:xfrm>
            <a:off x="6428682" y="2795624"/>
            <a:ext cx="47112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/>
              <a:t>Productivity Score</a:t>
            </a:r>
            <a:br>
              <a:rPr lang="en-US"/>
            </a:br>
            <a:r>
              <a:rPr lang="en-US"/>
              <a:t>Calculated using weighted formula: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Task Completion (50%)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Attendance (30%)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Rating (20%)</a:t>
            </a:r>
          </a:p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5A17D5B-2982-FEAB-C372-23775867AFEB}"/>
              </a:ext>
            </a:extLst>
          </p:cNvPr>
          <p:cNvSpPr/>
          <p:nvPr/>
        </p:nvSpPr>
        <p:spPr>
          <a:xfrm>
            <a:off x="3777796" y="4769953"/>
            <a:ext cx="5319485" cy="1464877"/>
          </a:xfrm>
          <a:prstGeom prst="roundRect">
            <a:avLst/>
          </a:prstGeom>
          <a:solidFill>
            <a:schemeClr val="bg1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8FE9A7-7CDD-9811-CA81-2C13AAE03039}"/>
              </a:ext>
            </a:extLst>
          </p:cNvPr>
          <p:cNvSpPr txBox="1"/>
          <p:nvPr/>
        </p:nvSpPr>
        <p:spPr>
          <a:xfrm>
            <a:off x="4710114" y="4805642"/>
            <a:ext cx="44079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/>
              <a:t>Productivity Level</a:t>
            </a:r>
            <a:br>
              <a:rPr lang="en-US"/>
            </a:br>
            <a:r>
              <a:rPr lang="en-US"/>
              <a:t>Classified based on score: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High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Medium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</a:rPr>
              <a:t>Low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>
              <a:solidFill>
                <a:schemeClr val="accent1"/>
              </a:solidFill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46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2A055-3BFF-52C3-CBBE-D49F52745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text, indoor, computer, computer&#10;&#10;Description automatically generated">
            <a:extLst>
              <a:ext uri="{FF2B5EF4-FFF2-40B4-BE49-F238E27FC236}">
                <a16:creationId xmlns:a16="http://schemas.microsoft.com/office/drawing/2014/main" id="{52D3189D-EE40-72C6-8FE8-6C9957C81D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93" t="9042" r="12137" b="39659"/>
          <a:stretch/>
        </p:blipFill>
        <p:spPr>
          <a:xfrm>
            <a:off x="0" y="1122363"/>
            <a:ext cx="12192000" cy="5735637"/>
          </a:xfrm>
          <a:prstGeom prst="rect">
            <a:avLst/>
          </a:prstGeom>
        </p:spPr>
      </p:pic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10713A53-7D4D-D1D3-3BBC-0B07FDE6E11C}"/>
              </a:ext>
            </a:extLst>
          </p:cNvPr>
          <p:cNvSpPr/>
          <p:nvPr/>
        </p:nvSpPr>
        <p:spPr>
          <a:xfrm>
            <a:off x="0" y="1122362"/>
            <a:ext cx="12192000" cy="5735637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rgbClr val="152839"/>
              </a:gs>
              <a:gs pos="70000">
                <a:srgbClr val="152839">
                  <a:alpha val="7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759DC12B-A78B-A4F8-F25E-B985C9E74E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759DC12B-A78B-A4F8-F25E-B985C9E74E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2F09E697-E084-3B1E-B9D0-0F1301BEB20F}"/>
              </a:ext>
            </a:extLst>
          </p:cNvPr>
          <p:cNvSpPr/>
          <p:nvPr/>
        </p:nvSpPr>
        <p:spPr>
          <a:xfrm>
            <a:off x="0" y="-661308"/>
            <a:ext cx="400050" cy="400050"/>
          </a:xfrm>
          <a:prstGeom prst="ellipse">
            <a:avLst/>
          </a:prstGeom>
          <a:solidFill>
            <a:srgbClr val="02E8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A36BDA-9204-1987-66E8-762A8649A749}"/>
              </a:ext>
            </a:extLst>
          </p:cNvPr>
          <p:cNvSpPr/>
          <p:nvPr/>
        </p:nvSpPr>
        <p:spPr>
          <a:xfrm>
            <a:off x="624115" y="-661308"/>
            <a:ext cx="400050" cy="400050"/>
          </a:xfrm>
          <a:prstGeom prst="ellipse">
            <a:avLst/>
          </a:prstGeom>
          <a:solidFill>
            <a:srgbClr val="2E5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1D03610-75BA-48C4-B8EA-3C16E1ACDDEC}"/>
              </a:ext>
            </a:extLst>
          </p:cNvPr>
          <p:cNvCxnSpPr>
            <a:cxnSpLocks/>
          </p:cNvCxnSpPr>
          <p:nvPr/>
        </p:nvCxnSpPr>
        <p:spPr>
          <a:xfrm>
            <a:off x="495300" y="4242005"/>
            <a:ext cx="65649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8E79742-1389-3DEA-4956-81C5E9EA3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813" y="2684209"/>
            <a:ext cx="9563159" cy="983224"/>
          </a:xfrm>
        </p:spPr>
        <p:txBody>
          <a:bodyPr vert="horz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400">
                <a:solidFill>
                  <a:schemeClr val="bg1"/>
                </a:solidFill>
              </a:rPr>
              <a:t>Visualization using </a:t>
            </a:r>
            <a:r>
              <a:rPr lang="en-US" sz="4400" err="1">
                <a:solidFill>
                  <a:schemeClr val="bg1"/>
                </a:solidFill>
              </a:rPr>
              <a:t>PowerBI</a:t>
            </a:r>
            <a:endParaRPr lang="en-US" sz="4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7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8346-720D-5E52-3449-D2D1606E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2728-80E1-F5B2-C554-14C8DDAF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766" y="3199939"/>
            <a:ext cx="3152468" cy="315247"/>
          </a:xfrm>
        </p:spPr>
        <p:txBody>
          <a:bodyPr>
            <a:normAutofit fontScale="90000"/>
          </a:bodyPr>
          <a:lstStyle/>
          <a:p>
            <a:pPr algn="ctr"/>
            <a:r>
              <a:rPr lang="en-IN" i="1"/>
              <a:t>Thank </a:t>
            </a:r>
            <a:r>
              <a:rPr lang="en-IN" i="1">
                <a:solidFill>
                  <a:srgbClr val="CC3399"/>
                </a:solidFill>
              </a:rPr>
              <a:t>You</a:t>
            </a:r>
            <a:r>
              <a:rPr lang="en-IN" i="1"/>
              <a:t> !</a:t>
            </a:r>
            <a:br>
              <a:rPr lang="en-US" i="1"/>
            </a:br>
            <a:endParaRPr i="1"/>
          </a:p>
        </p:txBody>
      </p:sp>
    </p:spTree>
    <p:extLst>
      <p:ext uri="{BB962C8B-B14F-4D97-AF65-F5344CB8AC3E}">
        <p14:creationId xmlns:p14="http://schemas.microsoft.com/office/powerpoint/2010/main" val="40196542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374</Words>
  <Application>Microsoft Office PowerPoint</Application>
  <PresentationFormat>Widescreen</PresentationFormat>
  <Paragraphs>66</Paragraphs>
  <Slides>10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Calibri</vt:lpstr>
      <vt:lpstr>Segoe UI</vt:lpstr>
      <vt:lpstr>Times New Roman</vt:lpstr>
      <vt:lpstr>Wingdings</vt:lpstr>
      <vt:lpstr>Office Theme</vt:lpstr>
      <vt:lpstr>think-cell Slide</vt:lpstr>
      <vt:lpstr>Internship Insights Analytics Dashboard</vt:lpstr>
      <vt:lpstr>Sprint 1 -Recap</vt:lpstr>
      <vt:lpstr>Sprint 2 –Exploratory Data Analysis</vt:lpstr>
      <vt:lpstr>What is EDA ?</vt:lpstr>
      <vt:lpstr>What is EDA ?</vt:lpstr>
      <vt:lpstr>PowerPoint Presentation</vt:lpstr>
      <vt:lpstr>PowerPoint Presentation</vt:lpstr>
      <vt:lpstr>PowerPoint Presentation</vt:lpstr>
      <vt:lpstr>Visualization using PowerBI</vt:lpstr>
      <vt:lpstr>Thank You 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 24slides5</dc:creator>
  <cp:lastModifiedBy>Shama Anjum</cp:lastModifiedBy>
  <cp:revision>1</cp:revision>
  <dcterms:created xsi:type="dcterms:W3CDTF">2021-03-31T07:36:05Z</dcterms:created>
  <dcterms:modified xsi:type="dcterms:W3CDTF">2026-04-01T04:16:28Z</dcterms:modified>
</cp:coreProperties>
</file>